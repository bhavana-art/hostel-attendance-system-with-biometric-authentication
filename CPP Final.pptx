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9"/>
  </p:notesMasterIdLst>
  <p:sldIdLst>
    <p:sldId id="410" r:id="rId5"/>
    <p:sldId id="415" r:id="rId6"/>
    <p:sldId id="418" r:id="rId7"/>
    <p:sldId id="422" r:id="rId8"/>
    <p:sldId id="417" r:id="rId9"/>
    <p:sldId id="419" r:id="rId10"/>
    <p:sldId id="433" r:id="rId11"/>
    <p:sldId id="420" r:id="rId12"/>
    <p:sldId id="430" r:id="rId13"/>
    <p:sldId id="434" r:id="rId14"/>
    <p:sldId id="421" r:id="rId15"/>
    <p:sldId id="423" r:id="rId16"/>
    <p:sldId id="424" r:id="rId17"/>
    <p:sldId id="425" r:id="rId18"/>
    <p:sldId id="426" r:id="rId19"/>
    <p:sldId id="431" r:id="rId20"/>
    <p:sldId id="432" r:id="rId21"/>
    <p:sldId id="435" r:id="rId22"/>
    <p:sldId id="427" r:id="rId23"/>
    <p:sldId id="437" r:id="rId24"/>
    <p:sldId id="428" r:id="rId25"/>
    <p:sldId id="429" r:id="rId26"/>
    <p:sldId id="436" r:id="rId27"/>
    <p:sldId id="40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E13590-AAA8-4693-9A77-8E0C5182BEAC}" v="9" dt="2023-10-29T10:18:46.6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598" autoAdjust="0"/>
  </p:normalViewPr>
  <p:slideViewPr>
    <p:cSldViewPr snapToGrid="0">
      <p:cViewPr varScale="1">
        <p:scale>
          <a:sx n="74" d="100"/>
          <a:sy n="74" d="100"/>
        </p:scale>
        <p:origin x="-582" y="-90"/>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NNATI KULKARNI" userId="7f6f664dd594e029" providerId="LiveId" clId="{F5E13590-AAA8-4693-9A77-8E0C5182BEAC}"/>
    <pc:docChg chg="modSld">
      <pc:chgData name="UNNATI KULKARNI" userId="7f6f664dd594e029" providerId="LiveId" clId="{F5E13590-AAA8-4693-9A77-8E0C5182BEAC}" dt="2023-10-29T10:18:46.599" v="8"/>
      <pc:docMkLst>
        <pc:docMk/>
      </pc:docMkLst>
      <pc:sldChg chg="modAnim">
        <pc:chgData name="UNNATI KULKARNI" userId="7f6f664dd594e029" providerId="LiveId" clId="{F5E13590-AAA8-4693-9A77-8E0C5182BEAC}" dt="2023-10-29T10:16:18.404" v="0"/>
        <pc:sldMkLst>
          <pc:docMk/>
          <pc:sldMk cId="1032804341" sldId="410"/>
        </pc:sldMkLst>
      </pc:sldChg>
      <pc:sldChg chg="modAnim">
        <pc:chgData name="UNNATI KULKARNI" userId="7f6f664dd594e029" providerId="LiveId" clId="{F5E13590-AAA8-4693-9A77-8E0C5182BEAC}" dt="2023-10-29T10:18:46.599" v="8"/>
        <pc:sldMkLst>
          <pc:docMk/>
          <pc:sldMk cId="3799958219" sldId="41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4AB06A-EEDC-421C-B5A0-5E9E5241A8E5}" type="datetimeFigureOut">
              <a:rPr lang="en-US" smtClean="0"/>
              <a:t>18-Apr-24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BF9438-3EEF-4192-9815-F6F44770AEF7}" type="slidenum">
              <a:rPr lang="en-US" smtClean="0"/>
              <a:t>‹#›</a:t>
            </a:fld>
            <a:endParaRPr lang="en-US" dirty="0"/>
          </a:p>
        </p:txBody>
      </p:sp>
    </p:spTree>
    <p:extLst>
      <p:ext uri="{BB962C8B-B14F-4D97-AF65-F5344CB8AC3E}">
        <p14:creationId xmlns:p14="http://schemas.microsoft.com/office/powerpoint/2010/main" val="26522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34" name="Picture Placeholder 33">
            <a:extLst>
              <a:ext uri="{FF2B5EF4-FFF2-40B4-BE49-F238E27FC236}">
                <a16:creationId xmlns:a16="http://schemas.microsoft.com/office/drawing/2014/main" xmlns="" id="{FD177CC8-001B-43AD-8769-8F49681EBEDD}"/>
              </a:ext>
            </a:extLst>
          </p:cNvPr>
          <p:cNvSpPr>
            <a:spLocks noGrp="1"/>
          </p:cNvSpPr>
          <p:nvPr>
            <p:ph type="pic" sz="quarter" idx="13"/>
          </p:nvPr>
        </p:nvSpPr>
        <p:spPr>
          <a:xfrm>
            <a:off x="0" y="0"/>
            <a:ext cx="11273115" cy="6858000"/>
          </a:xfrm>
          <a:custGeom>
            <a:avLst/>
            <a:gdLst>
              <a:gd name="connsiteX0" fmla="*/ 3348090 w 11273115"/>
              <a:gd name="connsiteY0" fmla="*/ 0 h 6858000"/>
              <a:gd name="connsiteX1" fmla="*/ 3350669 w 11273115"/>
              <a:gd name="connsiteY1" fmla="*/ 66 h 6858000"/>
              <a:gd name="connsiteX2" fmla="*/ 3350669 w 11273115"/>
              <a:gd name="connsiteY2" fmla="*/ 0 h 6858000"/>
              <a:gd name="connsiteX3" fmla="*/ 11272195 w 11273115"/>
              <a:gd name="connsiteY3" fmla="*/ 0 h 6858000"/>
              <a:gd name="connsiteX4" fmla="*/ 11272195 w 11273115"/>
              <a:gd name="connsiteY4" fmla="*/ 2961216 h 6858000"/>
              <a:gd name="connsiteX5" fmla="*/ 11271695 w 11273115"/>
              <a:gd name="connsiteY5" fmla="*/ 2961216 h 6858000"/>
              <a:gd name="connsiteX6" fmla="*/ 11273115 w 11273115"/>
              <a:gd name="connsiteY6" fmla="*/ 3017366 h 6858000"/>
              <a:gd name="connsiteX7" fmla="*/ 7818094 w 11273115"/>
              <a:gd name="connsiteY7" fmla="*/ 6846005 h 6858000"/>
              <a:gd name="connsiteX8" fmla="*/ 7660345 w 11273115"/>
              <a:gd name="connsiteY8" fmla="*/ 6858000 h 6858000"/>
              <a:gd name="connsiteX9" fmla="*/ 0 w 11273115"/>
              <a:gd name="connsiteY9" fmla="*/ 6858000 h 6858000"/>
              <a:gd name="connsiteX10" fmla="*/ 0 w 11273115"/>
              <a:gd name="connsiteY10" fmla="*/ 3105006 h 6858000"/>
              <a:gd name="connsiteX11" fmla="*/ 1984 w 11273115"/>
              <a:gd name="connsiteY11" fmla="*/ 3078405 h 6858000"/>
              <a:gd name="connsiteX12" fmla="*/ 3348090 w 11273115"/>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273115" h="6858000">
                <a:moveTo>
                  <a:pt x="3348090" y="0"/>
                </a:moveTo>
                <a:lnTo>
                  <a:pt x="3350669" y="66"/>
                </a:lnTo>
                <a:lnTo>
                  <a:pt x="3350669" y="0"/>
                </a:lnTo>
                <a:lnTo>
                  <a:pt x="11272195" y="0"/>
                </a:lnTo>
                <a:lnTo>
                  <a:pt x="11272195" y="2961216"/>
                </a:lnTo>
                <a:lnTo>
                  <a:pt x="11271695" y="2961216"/>
                </a:lnTo>
                <a:lnTo>
                  <a:pt x="11273115" y="3017366"/>
                </a:lnTo>
                <a:cubicBezTo>
                  <a:pt x="11273115" y="5009996"/>
                  <a:pt x="9758729" y="6648923"/>
                  <a:pt x="7818094" y="6846005"/>
                </a:cubicBezTo>
                <a:lnTo>
                  <a:pt x="7660345" y="6858000"/>
                </a:lnTo>
                <a:lnTo>
                  <a:pt x="0" y="6858000"/>
                </a:lnTo>
                <a:lnTo>
                  <a:pt x="0" y="3105006"/>
                </a:lnTo>
                <a:lnTo>
                  <a:pt x="1984" y="3078405"/>
                </a:lnTo>
                <a:cubicBezTo>
                  <a:pt x="174228" y="1349311"/>
                  <a:pt x="1606596" y="0"/>
                  <a:pt x="3348090" y="0"/>
                </a:cubicBezTo>
                <a:close/>
              </a:path>
            </a:pathLst>
          </a:custGeom>
          <a:solidFill>
            <a:schemeClr val="accent6"/>
          </a:solidFill>
        </p:spPr>
        <p:txBody>
          <a:bodyPr wrap="square" anchor="ctr">
            <a:noAutofit/>
          </a:bodyPr>
          <a:lstStyle>
            <a:lvl1pPr algn="ctr">
              <a:defRPr/>
            </a:lvl1pPr>
          </a:lstStyle>
          <a:p>
            <a:r>
              <a:rPr lang="en-US" dirty="0"/>
              <a:t>Click icon to add picture</a:t>
            </a:r>
          </a:p>
        </p:txBody>
      </p:sp>
      <p:sp>
        <p:nvSpPr>
          <p:cNvPr id="9" name="Freeform: Shape 8">
            <a:extLst>
              <a:ext uri="{FF2B5EF4-FFF2-40B4-BE49-F238E27FC236}">
                <a16:creationId xmlns:a16="http://schemas.microsoft.com/office/drawing/2014/main" xmlns="" id="{ED724945-48CE-43AA-A2D7-D18FC7CB735C}"/>
              </a:ext>
              <a:ext uri="{C183D7F6-B498-43B3-948B-1728B52AA6E4}">
                <adec:decorative xmlns:adec="http://schemas.microsoft.com/office/drawing/2017/decorative" xmlns="" val="1"/>
              </a:ext>
            </a:extLst>
          </p:cNvPr>
          <p:cNvSpPr/>
          <p:nvPr userDrawn="1"/>
        </p:nvSpPr>
        <p:spPr>
          <a:xfrm flipH="1" flipV="1">
            <a:off x="0" y="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lumMod val="7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Title 1">
            <a:extLst>
              <a:ext uri="{FF2B5EF4-FFF2-40B4-BE49-F238E27FC236}">
                <a16:creationId xmlns:a16="http://schemas.microsoft.com/office/drawing/2014/main" xmlns="" id="{FF4C4F21-0086-44BC-AE2C-731756B16DCD}"/>
              </a:ext>
            </a:extLst>
          </p:cNvPr>
          <p:cNvSpPr>
            <a:spLocks noGrp="1"/>
          </p:cNvSpPr>
          <p:nvPr>
            <p:ph type="ctrTitle"/>
          </p:nvPr>
        </p:nvSpPr>
        <p:spPr>
          <a:xfrm>
            <a:off x="609521" y="4330696"/>
            <a:ext cx="11582479" cy="2527304"/>
          </a:xfrm>
          <a:custGeom>
            <a:avLst/>
            <a:gdLst>
              <a:gd name="connsiteX0" fmla="*/ 326075 w 8600365"/>
              <a:gd name="connsiteY0" fmla="*/ 0 h 1224926"/>
              <a:gd name="connsiteX1" fmla="*/ 8274290 w 8600365"/>
              <a:gd name="connsiteY1" fmla="*/ 0 h 1224926"/>
              <a:gd name="connsiteX2" fmla="*/ 8600365 w 8600365"/>
              <a:gd name="connsiteY2" fmla="*/ 326075 h 1224926"/>
              <a:gd name="connsiteX3" fmla="*/ 8600365 w 8600365"/>
              <a:gd name="connsiteY3" fmla="*/ 1224926 h 1224926"/>
              <a:gd name="connsiteX4" fmla="*/ 8600365 w 8600365"/>
              <a:gd name="connsiteY4" fmla="*/ 1224926 h 1224926"/>
              <a:gd name="connsiteX5" fmla="*/ 0 w 8600365"/>
              <a:gd name="connsiteY5" fmla="*/ 1224926 h 1224926"/>
              <a:gd name="connsiteX6" fmla="*/ 0 w 8600365"/>
              <a:gd name="connsiteY6" fmla="*/ 1224926 h 1224926"/>
              <a:gd name="connsiteX7" fmla="*/ 0 w 8600365"/>
              <a:gd name="connsiteY7" fmla="*/ 326075 h 1224926"/>
              <a:gd name="connsiteX8" fmla="*/ 326075 w 8600365"/>
              <a:gd name="connsiteY8" fmla="*/ 0 h 1224926"/>
              <a:gd name="connsiteX0" fmla="*/ 326075 w 8687289"/>
              <a:gd name="connsiteY0" fmla="*/ 0 h 1224926"/>
              <a:gd name="connsiteX1" fmla="*/ 8609570 w 8687289"/>
              <a:gd name="connsiteY1" fmla="*/ 0 h 1224926"/>
              <a:gd name="connsiteX2" fmla="*/ 8600365 w 8687289"/>
              <a:gd name="connsiteY2" fmla="*/ 326075 h 1224926"/>
              <a:gd name="connsiteX3" fmla="*/ 8600365 w 8687289"/>
              <a:gd name="connsiteY3" fmla="*/ 1224926 h 1224926"/>
              <a:gd name="connsiteX4" fmla="*/ 8600365 w 8687289"/>
              <a:gd name="connsiteY4" fmla="*/ 1224926 h 1224926"/>
              <a:gd name="connsiteX5" fmla="*/ 0 w 8687289"/>
              <a:gd name="connsiteY5" fmla="*/ 1224926 h 1224926"/>
              <a:gd name="connsiteX6" fmla="*/ 0 w 8687289"/>
              <a:gd name="connsiteY6" fmla="*/ 1224926 h 1224926"/>
              <a:gd name="connsiteX7" fmla="*/ 0 w 8687289"/>
              <a:gd name="connsiteY7" fmla="*/ 326075 h 1224926"/>
              <a:gd name="connsiteX8" fmla="*/ 326075 w 8687289"/>
              <a:gd name="connsiteY8" fmla="*/ 0 h 1224926"/>
              <a:gd name="connsiteX0" fmla="*/ 326075 w 8635417"/>
              <a:gd name="connsiteY0" fmla="*/ 0 h 1224926"/>
              <a:gd name="connsiteX1" fmla="*/ 8533370 w 8635417"/>
              <a:gd name="connsiteY1" fmla="*/ 0 h 1224926"/>
              <a:gd name="connsiteX2" fmla="*/ 8600365 w 8635417"/>
              <a:gd name="connsiteY2" fmla="*/ 326075 h 1224926"/>
              <a:gd name="connsiteX3" fmla="*/ 8600365 w 8635417"/>
              <a:gd name="connsiteY3" fmla="*/ 1224926 h 1224926"/>
              <a:gd name="connsiteX4" fmla="*/ 8600365 w 8635417"/>
              <a:gd name="connsiteY4" fmla="*/ 1224926 h 1224926"/>
              <a:gd name="connsiteX5" fmla="*/ 0 w 8635417"/>
              <a:gd name="connsiteY5" fmla="*/ 1224926 h 1224926"/>
              <a:gd name="connsiteX6" fmla="*/ 0 w 8635417"/>
              <a:gd name="connsiteY6" fmla="*/ 1224926 h 1224926"/>
              <a:gd name="connsiteX7" fmla="*/ 0 w 8635417"/>
              <a:gd name="connsiteY7" fmla="*/ 326075 h 1224926"/>
              <a:gd name="connsiteX8" fmla="*/ 326075 w 8635417"/>
              <a:gd name="connsiteY8" fmla="*/ 0 h 1224926"/>
              <a:gd name="connsiteX0" fmla="*/ 326075 w 8626903"/>
              <a:gd name="connsiteY0" fmla="*/ 0 h 1224926"/>
              <a:gd name="connsiteX1" fmla="*/ 8518130 w 8626903"/>
              <a:gd name="connsiteY1" fmla="*/ 0 h 1224926"/>
              <a:gd name="connsiteX2" fmla="*/ 8600365 w 8626903"/>
              <a:gd name="connsiteY2" fmla="*/ 326075 h 1224926"/>
              <a:gd name="connsiteX3" fmla="*/ 8600365 w 8626903"/>
              <a:gd name="connsiteY3" fmla="*/ 1224926 h 1224926"/>
              <a:gd name="connsiteX4" fmla="*/ 8600365 w 8626903"/>
              <a:gd name="connsiteY4" fmla="*/ 1224926 h 1224926"/>
              <a:gd name="connsiteX5" fmla="*/ 0 w 8626903"/>
              <a:gd name="connsiteY5" fmla="*/ 1224926 h 1224926"/>
              <a:gd name="connsiteX6" fmla="*/ 0 w 8626903"/>
              <a:gd name="connsiteY6" fmla="*/ 1224926 h 1224926"/>
              <a:gd name="connsiteX7" fmla="*/ 0 w 8626903"/>
              <a:gd name="connsiteY7" fmla="*/ 326075 h 1224926"/>
              <a:gd name="connsiteX8" fmla="*/ 326075 w 8626903"/>
              <a:gd name="connsiteY8" fmla="*/ 0 h 1224926"/>
              <a:gd name="connsiteX0" fmla="*/ 326075 w 8600365"/>
              <a:gd name="connsiteY0" fmla="*/ 0 h 1224926"/>
              <a:gd name="connsiteX1" fmla="*/ 8518130 w 8600365"/>
              <a:gd name="connsiteY1" fmla="*/ 0 h 1224926"/>
              <a:gd name="connsiteX2" fmla="*/ 8600365 w 8600365"/>
              <a:gd name="connsiteY2" fmla="*/ 326075 h 1224926"/>
              <a:gd name="connsiteX3" fmla="*/ 8600365 w 8600365"/>
              <a:gd name="connsiteY3" fmla="*/ 1224926 h 1224926"/>
              <a:gd name="connsiteX4" fmla="*/ 8600365 w 8600365"/>
              <a:gd name="connsiteY4" fmla="*/ 1224926 h 1224926"/>
              <a:gd name="connsiteX5" fmla="*/ 0 w 8600365"/>
              <a:gd name="connsiteY5" fmla="*/ 1224926 h 1224926"/>
              <a:gd name="connsiteX6" fmla="*/ 0 w 8600365"/>
              <a:gd name="connsiteY6" fmla="*/ 1224926 h 1224926"/>
              <a:gd name="connsiteX7" fmla="*/ 0 w 8600365"/>
              <a:gd name="connsiteY7" fmla="*/ 326075 h 1224926"/>
              <a:gd name="connsiteX8" fmla="*/ 326075 w 8600365"/>
              <a:gd name="connsiteY8" fmla="*/ 0 h 1224926"/>
              <a:gd name="connsiteX0" fmla="*/ 326075 w 8600365"/>
              <a:gd name="connsiteY0" fmla="*/ 0 h 1224926"/>
              <a:gd name="connsiteX1" fmla="*/ 8518130 w 8600365"/>
              <a:gd name="connsiteY1" fmla="*/ 0 h 1224926"/>
              <a:gd name="connsiteX2" fmla="*/ 8600365 w 8600365"/>
              <a:gd name="connsiteY2" fmla="*/ 764225 h 1224926"/>
              <a:gd name="connsiteX3" fmla="*/ 8600365 w 8600365"/>
              <a:gd name="connsiteY3" fmla="*/ 1224926 h 1224926"/>
              <a:gd name="connsiteX4" fmla="*/ 8600365 w 8600365"/>
              <a:gd name="connsiteY4" fmla="*/ 1224926 h 1224926"/>
              <a:gd name="connsiteX5" fmla="*/ 0 w 8600365"/>
              <a:gd name="connsiteY5" fmla="*/ 1224926 h 1224926"/>
              <a:gd name="connsiteX6" fmla="*/ 0 w 8600365"/>
              <a:gd name="connsiteY6" fmla="*/ 1224926 h 1224926"/>
              <a:gd name="connsiteX7" fmla="*/ 0 w 8600365"/>
              <a:gd name="connsiteY7" fmla="*/ 326075 h 1224926"/>
              <a:gd name="connsiteX8" fmla="*/ 326075 w 8600365"/>
              <a:gd name="connsiteY8" fmla="*/ 0 h 1224926"/>
              <a:gd name="connsiteX0" fmla="*/ 326075 w 8611111"/>
              <a:gd name="connsiteY0" fmla="*/ 0 h 1224926"/>
              <a:gd name="connsiteX1" fmla="*/ 8603855 w 8611111"/>
              <a:gd name="connsiteY1" fmla="*/ 0 h 1224926"/>
              <a:gd name="connsiteX2" fmla="*/ 8600365 w 8611111"/>
              <a:gd name="connsiteY2" fmla="*/ 764225 h 1224926"/>
              <a:gd name="connsiteX3" fmla="*/ 8600365 w 8611111"/>
              <a:gd name="connsiteY3" fmla="*/ 1224926 h 1224926"/>
              <a:gd name="connsiteX4" fmla="*/ 8600365 w 8611111"/>
              <a:gd name="connsiteY4" fmla="*/ 1224926 h 1224926"/>
              <a:gd name="connsiteX5" fmla="*/ 0 w 8611111"/>
              <a:gd name="connsiteY5" fmla="*/ 1224926 h 1224926"/>
              <a:gd name="connsiteX6" fmla="*/ 0 w 8611111"/>
              <a:gd name="connsiteY6" fmla="*/ 1224926 h 1224926"/>
              <a:gd name="connsiteX7" fmla="*/ 0 w 8611111"/>
              <a:gd name="connsiteY7" fmla="*/ 326075 h 1224926"/>
              <a:gd name="connsiteX8" fmla="*/ 326075 w 8611111"/>
              <a:gd name="connsiteY8" fmla="*/ 0 h 1224926"/>
              <a:gd name="connsiteX0" fmla="*/ 326075 w 8611111"/>
              <a:gd name="connsiteY0" fmla="*/ 0 h 1224926"/>
              <a:gd name="connsiteX1" fmla="*/ 8603855 w 8611111"/>
              <a:gd name="connsiteY1" fmla="*/ 0 h 1224926"/>
              <a:gd name="connsiteX2" fmla="*/ 8600365 w 8611111"/>
              <a:gd name="connsiteY2" fmla="*/ 764225 h 1224926"/>
              <a:gd name="connsiteX3" fmla="*/ 8600365 w 8611111"/>
              <a:gd name="connsiteY3" fmla="*/ 1224926 h 1224926"/>
              <a:gd name="connsiteX4" fmla="*/ 8600365 w 8611111"/>
              <a:gd name="connsiteY4" fmla="*/ 1224926 h 1224926"/>
              <a:gd name="connsiteX5" fmla="*/ 0 w 8611111"/>
              <a:gd name="connsiteY5" fmla="*/ 1224926 h 1224926"/>
              <a:gd name="connsiteX6" fmla="*/ 0 w 8611111"/>
              <a:gd name="connsiteY6" fmla="*/ 1224926 h 1224926"/>
              <a:gd name="connsiteX7" fmla="*/ 0 w 8611111"/>
              <a:gd name="connsiteY7" fmla="*/ 326075 h 1224926"/>
              <a:gd name="connsiteX8" fmla="*/ 326075 w 8611111"/>
              <a:gd name="connsiteY8" fmla="*/ 0 h 1224926"/>
              <a:gd name="connsiteX0" fmla="*/ 326075 w 8606958"/>
              <a:gd name="connsiteY0" fmla="*/ 0 h 1224926"/>
              <a:gd name="connsiteX1" fmla="*/ 8603855 w 8606958"/>
              <a:gd name="connsiteY1" fmla="*/ 0 h 1224926"/>
              <a:gd name="connsiteX2" fmla="*/ 8600365 w 8606958"/>
              <a:gd name="connsiteY2" fmla="*/ 764225 h 1224926"/>
              <a:gd name="connsiteX3" fmla="*/ 8600365 w 8606958"/>
              <a:gd name="connsiteY3" fmla="*/ 1224926 h 1224926"/>
              <a:gd name="connsiteX4" fmla="*/ 8600365 w 8606958"/>
              <a:gd name="connsiteY4" fmla="*/ 1224926 h 1224926"/>
              <a:gd name="connsiteX5" fmla="*/ 0 w 8606958"/>
              <a:gd name="connsiteY5" fmla="*/ 1224926 h 1224926"/>
              <a:gd name="connsiteX6" fmla="*/ 0 w 8606958"/>
              <a:gd name="connsiteY6" fmla="*/ 1224926 h 1224926"/>
              <a:gd name="connsiteX7" fmla="*/ 0 w 8606958"/>
              <a:gd name="connsiteY7" fmla="*/ 326075 h 1224926"/>
              <a:gd name="connsiteX8" fmla="*/ 326075 w 8606958"/>
              <a:gd name="connsiteY8" fmla="*/ 0 h 1224926"/>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0 w 8606958"/>
              <a:gd name="connsiteY6" fmla="*/ 1237299 h 1237299"/>
              <a:gd name="connsiteX7" fmla="*/ 0 w 8606958"/>
              <a:gd name="connsiteY7" fmla="*/ 338448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0 w 8606958"/>
              <a:gd name="connsiteY6" fmla="*/ 1237299 h 1237299"/>
              <a:gd name="connsiteX7" fmla="*/ 405811 w 8606958"/>
              <a:gd name="connsiteY7" fmla="*/ 4807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0 w 8606958"/>
              <a:gd name="connsiteY6" fmla="*/ 1237299 h 1237299"/>
              <a:gd name="connsiteX7" fmla="*/ 405811 w 8606958"/>
              <a:gd name="connsiteY7" fmla="*/ 4807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585122 w 8606958"/>
              <a:gd name="connsiteY6" fmla="*/ 909415 h 1237299"/>
              <a:gd name="connsiteX7" fmla="*/ 405811 w 8606958"/>
              <a:gd name="connsiteY7" fmla="*/ 4807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585122 w 8606958"/>
              <a:gd name="connsiteY6" fmla="*/ 909415 h 1237299"/>
              <a:gd name="connsiteX7" fmla="*/ 405811 w 8606958"/>
              <a:gd name="connsiteY7" fmla="*/ 480737 h 1237299"/>
              <a:gd name="connsiteX8" fmla="*/ 1722819 w 8606958"/>
              <a:gd name="connsiteY8" fmla="*/ 0 h 1237299"/>
              <a:gd name="connsiteX0" fmla="*/ 1932911 w 8817050"/>
              <a:gd name="connsiteY0" fmla="*/ 0 h 1237299"/>
              <a:gd name="connsiteX1" fmla="*/ 8813947 w 8817050"/>
              <a:gd name="connsiteY1" fmla="*/ 12373 h 1237299"/>
              <a:gd name="connsiteX2" fmla="*/ 8810457 w 8817050"/>
              <a:gd name="connsiteY2" fmla="*/ 776598 h 1237299"/>
              <a:gd name="connsiteX3" fmla="*/ 8810457 w 8817050"/>
              <a:gd name="connsiteY3" fmla="*/ 1237299 h 1237299"/>
              <a:gd name="connsiteX4" fmla="*/ 8810457 w 8817050"/>
              <a:gd name="connsiteY4" fmla="*/ 1237299 h 1237299"/>
              <a:gd name="connsiteX5" fmla="*/ 210092 w 8817050"/>
              <a:gd name="connsiteY5" fmla="*/ 1237299 h 1237299"/>
              <a:gd name="connsiteX6" fmla="*/ 313904 w 8817050"/>
              <a:gd name="connsiteY6" fmla="*/ 810431 h 1237299"/>
              <a:gd name="connsiteX7" fmla="*/ 615903 w 8817050"/>
              <a:gd name="connsiteY7" fmla="*/ 480737 h 1237299"/>
              <a:gd name="connsiteX8" fmla="*/ 1932911 w 8817050"/>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103812 w 8606958"/>
              <a:gd name="connsiteY6" fmla="*/ 810431 h 1237299"/>
              <a:gd name="connsiteX7" fmla="*/ 405811 w 8606958"/>
              <a:gd name="connsiteY7" fmla="*/ 480737 h 1237299"/>
              <a:gd name="connsiteX8" fmla="*/ 1722819 w 8606958"/>
              <a:gd name="connsiteY8" fmla="*/ 0 h 1237299"/>
              <a:gd name="connsiteX0" fmla="*/ 1731342 w 8615481"/>
              <a:gd name="connsiteY0" fmla="*/ 0 h 1237299"/>
              <a:gd name="connsiteX1" fmla="*/ 8612378 w 8615481"/>
              <a:gd name="connsiteY1" fmla="*/ 12373 h 1237299"/>
              <a:gd name="connsiteX2" fmla="*/ 8608888 w 8615481"/>
              <a:gd name="connsiteY2" fmla="*/ 776598 h 1237299"/>
              <a:gd name="connsiteX3" fmla="*/ 8608888 w 8615481"/>
              <a:gd name="connsiteY3" fmla="*/ 1237299 h 1237299"/>
              <a:gd name="connsiteX4" fmla="*/ 8608888 w 8615481"/>
              <a:gd name="connsiteY4" fmla="*/ 1237299 h 1237299"/>
              <a:gd name="connsiteX5" fmla="*/ 8523 w 8615481"/>
              <a:gd name="connsiteY5" fmla="*/ 1237299 h 1237299"/>
              <a:gd name="connsiteX6" fmla="*/ 112335 w 8615481"/>
              <a:gd name="connsiteY6" fmla="*/ 810431 h 1237299"/>
              <a:gd name="connsiteX7" fmla="*/ 414334 w 8615481"/>
              <a:gd name="connsiteY7" fmla="*/ 480737 h 1237299"/>
              <a:gd name="connsiteX8" fmla="*/ 1731342 w 8615481"/>
              <a:gd name="connsiteY8" fmla="*/ 0 h 1237299"/>
              <a:gd name="connsiteX0" fmla="*/ 1731342 w 8615481"/>
              <a:gd name="connsiteY0" fmla="*/ 0 h 1237299"/>
              <a:gd name="connsiteX1" fmla="*/ 8612378 w 8615481"/>
              <a:gd name="connsiteY1" fmla="*/ 12373 h 1237299"/>
              <a:gd name="connsiteX2" fmla="*/ 8608888 w 8615481"/>
              <a:gd name="connsiteY2" fmla="*/ 776598 h 1237299"/>
              <a:gd name="connsiteX3" fmla="*/ 8608888 w 8615481"/>
              <a:gd name="connsiteY3" fmla="*/ 1237299 h 1237299"/>
              <a:gd name="connsiteX4" fmla="*/ 8608888 w 8615481"/>
              <a:gd name="connsiteY4" fmla="*/ 1237299 h 1237299"/>
              <a:gd name="connsiteX5" fmla="*/ 8523 w 8615481"/>
              <a:gd name="connsiteY5" fmla="*/ 1237299 h 1237299"/>
              <a:gd name="connsiteX6" fmla="*/ 112335 w 8615481"/>
              <a:gd name="connsiteY6" fmla="*/ 810431 h 1237299"/>
              <a:gd name="connsiteX7" fmla="*/ 782395 w 8615481"/>
              <a:gd name="connsiteY7" fmla="*/ 251837 h 1237299"/>
              <a:gd name="connsiteX8" fmla="*/ 1731342 w 8615481"/>
              <a:gd name="connsiteY8" fmla="*/ 0 h 1237299"/>
              <a:gd name="connsiteX0" fmla="*/ 1731342 w 8615481"/>
              <a:gd name="connsiteY0" fmla="*/ 0 h 1237299"/>
              <a:gd name="connsiteX1" fmla="*/ 8612378 w 8615481"/>
              <a:gd name="connsiteY1" fmla="*/ 12373 h 1237299"/>
              <a:gd name="connsiteX2" fmla="*/ 8608888 w 8615481"/>
              <a:gd name="connsiteY2" fmla="*/ 776598 h 1237299"/>
              <a:gd name="connsiteX3" fmla="*/ 8608888 w 8615481"/>
              <a:gd name="connsiteY3" fmla="*/ 1237299 h 1237299"/>
              <a:gd name="connsiteX4" fmla="*/ 8608888 w 8615481"/>
              <a:gd name="connsiteY4" fmla="*/ 1237299 h 1237299"/>
              <a:gd name="connsiteX5" fmla="*/ 8523 w 8615481"/>
              <a:gd name="connsiteY5" fmla="*/ 1237299 h 1237299"/>
              <a:gd name="connsiteX6" fmla="*/ 112335 w 8615481"/>
              <a:gd name="connsiteY6" fmla="*/ 810431 h 1237299"/>
              <a:gd name="connsiteX7" fmla="*/ 782395 w 8615481"/>
              <a:gd name="connsiteY7" fmla="*/ 251837 h 1237299"/>
              <a:gd name="connsiteX8" fmla="*/ 1731342 w 8615481"/>
              <a:gd name="connsiteY8" fmla="*/ 0 h 1237299"/>
              <a:gd name="connsiteX0" fmla="*/ 1731342 w 8615481"/>
              <a:gd name="connsiteY0" fmla="*/ 0 h 1237299"/>
              <a:gd name="connsiteX1" fmla="*/ 8612378 w 8615481"/>
              <a:gd name="connsiteY1" fmla="*/ 12373 h 1237299"/>
              <a:gd name="connsiteX2" fmla="*/ 8608888 w 8615481"/>
              <a:gd name="connsiteY2" fmla="*/ 776598 h 1237299"/>
              <a:gd name="connsiteX3" fmla="*/ 8608888 w 8615481"/>
              <a:gd name="connsiteY3" fmla="*/ 1237299 h 1237299"/>
              <a:gd name="connsiteX4" fmla="*/ 8608888 w 8615481"/>
              <a:gd name="connsiteY4" fmla="*/ 1237299 h 1237299"/>
              <a:gd name="connsiteX5" fmla="*/ 8523 w 8615481"/>
              <a:gd name="connsiteY5" fmla="*/ 1237299 h 1237299"/>
              <a:gd name="connsiteX6" fmla="*/ 112335 w 8615481"/>
              <a:gd name="connsiteY6" fmla="*/ 810431 h 1237299"/>
              <a:gd name="connsiteX7" fmla="*/ 782395 w 8615481"/>
              <a:gd name="connsiteY7" fmla="*/ 251837 h 1237299"/>
              <a:gd name="connsiteX8" fmla="*/ 1731342 w 8615481"/>
              <a:gd name="connsiteY8" fmla="*/ 0 h 1237299"/>
              <a:gd name="connsiteX0" fmla="*/ 1727632 w 8611771"/>
              <a:gd name="connsiteY0" fmla="*/ 0 h 1237299"/>
              <a:gd name="connsiteX1" fmla="*/ 8608668 w 8611771"/>
              <a:gd name="connsiteY1" fmla="*/ 12373 h 1237299"/>
              <a:gd name="connsiteX2" fmla="*/ 8605178 w 8611771"/>
              <a:gd name="connsiteY2" fmla="*/ 776598 h 1237299"/>
              <a:gd name="connsiteX3" fmla="*/ 8605178 w 8611771"/>
              <a:gd name="connsiteY3" fmla="*/ 1237299 h 1237299"/>
              <a:gd name="connsiteX4" fmla="*/ 8605178 w 8611771"/>
              <a:gd name="connsiteY4" fmla="*/ 1237299 h 1237299"/>
              <a:gd name="connsiteX5" fmla="*/ 4813 w 8611771"/>
              <a:gd name="connsiteY5" fmla="*/ 1237299 h 1237299"/>
              <a:gd name="connsiteX6" fmla="*/ 108625 w 8611771"/>
              <a:gd name="connsiteY6" fmla="*/ 810431 h 1237299"/>
              <a:gd name="connsiteX7" fmla="*/ 778685 w 8611771"/>
              <a:gd name="connsiteY7" fmla="*/ 251837 h 1237299"/>
              <a:gd name="connsiteX8" fmla="*/ 1727632 w 8611771"/>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103812 w 8606958"/>
              <a:gd name="connsiteY6" fmla="*/ 810431 h 1237299"/>
              <a:gd name="connsiteX7" fmla="*/ 773872 w 8606958"/>
              <a:gd name="connsiteY7" fmla="*/ 251837 h 1237299"/>
              <a:gd name="connsiteX8" fmla="*/ 1722819 w 8606958"/>
              <a:gd name="connsiteY8" fmla="*/ 0 h 1237299"/>
              <a:gd name="connsiteX0" fmla="*/ 1726697 w 8610836"/>
              <a:gd name="connsiteY0" fmla="*/ 0 h 1237299"/>
              <a:gd name="connsiteX1" fmla="*/ 8607733 w 8610836"/>
              <a:gd name="connsiteY1" fmla="*/ 12373 h 1237299"/>
              <a:gd name="connsiteX2" fmla="*/ 8604243 w 8610836"/>
              <a:gd name="connsiteY2" fmla="*/ 776598 h 1237299"/>
              <a:gd name="connsiteX3" fmla="*/ 8604243 w 8610836"/>
              <a:gd name="connsiteY3" fmla="*/ 1237299 h 1237299"/>
              <a:gd name="connsiteX4" fmla="*/ 8604243 w 8610836"/>
              <a:gd name="connsiteY4" fmla="*/ 1237299 h 1237299"/>
              <a:gd name="connsiteX5" fmla="*/ 3878 w 8610836"/>
              <a:gd name="connsiteY5" fmla="*/ 1237299 h 1237299"/>
              <a:gd name="connsiteX6" fmla="*/ 88815 w 8610836"/>
              <a:gd name="connsiteY6" fmla="*/ 810431 h 1237299"/>
              <a:gd name="connsiteX7" fmla="*/ 777750 w 8610836"/>
              <a:gd name="connsiteY7" fmla="*/ 251837 h 1237299"/>
              <a:gd name="connsiteX8" fmla="*/ 1726697 w 8610836"/>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73872 w 8606958"/>
              <a:gd name="connsiteY7" fmla="*/ 2518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73872 w 8606958"/>
              <a:gd name="connsiteY7" fmla="*/ 2518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73872 w 8606958"/>
              <a:gd name="connsiteY7" fmla="*/ 2518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73872 w 8606958"/>
              <a:gd name="connsiteY7" fmla="*/ 251837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722819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722819 w 8606958"/>
              <a:gd name="connsiteY8" fmla="*/ 0 h 1237299"/>
              <a:gd name="connsiteX0" fmla="*/ 1637882 w 8606958"/>
              <a:gd name="connsiteY0" fmla="*/ 0 h 1237299"/>
              <a:gd name="connsiteX1" fmla="*/ 8603855 w 8606958"/>
              <a:gd name="connsiteY1" fmla="*/ 12373 h 1237299"/>
              <a:gd name="connsiteX2" fmla="*/ 8600365 w 8606958"/>
              <a:gd name="connsiteY2" fmla="*/ 776598 h 1237299"/>
              <a:gd name="connsiteX3" fmla="*/ 8600365 w 8606958"/>
              <a:gd name="connsiteY3" fmla="*/ 1237299 h 1237299"/>
              <a:gd name="connsiteX4" fmla="*/ 8600365 w 8606958"/>
              <a:gd name="connsiteY4" fmla="*/ 1237299 h 1237299"/>
              <a:gd name="connsiteX5" fmla="*/ 0 w 8606958"/>
              <a:gd name="connsiteY5" fmla="*/ 1237299 h 1237299"/>
              <a:gd name="connsiteX6" fmla="*/ 84937 w 8606958"/>
              <a:gd name="connsiteY6" fmla="*/ 810431 h 1237299"/>
              <a:gd name="connsiteX7" fmla="*/ 745560 w 8606958"/>
              <a:gd name="connsiteY7" fmla="*/ 239464 h 1237299"/>
              <a:gd name="connsiteX8" fmla="*/ 1637882 w 8606958"/>
              <a:gd name="connsiteY8" fmla="*/ 0 h 1237299"/>
              <a:gd name="connsiteX0" fmla="*/ 2298504 w 8606958"/>
              <a:gd name="connsiteY0" fmla="*/ 0 h 1249672"/>
              <a:gd name="connsiteX1" fmla="*/ 8603855 w 8606958"/>
              <a:gd name="connsiteY1" fmla="*/ 24746 h 1249672"/>
              <a:gd name="connsiteX2" fmla="*/ 8600365 w 8606958"/>
              <a:gd name="connsiteY2" fmla="*/ 788971 h 1249672"/>
              <a:gd name="connsiteX3" fmla="*/ 8600365 w 8606958"/>
              <a:gd name="connsiteY3" fmla="*/ 1249672 h 1249672"/>
              <a:gd name="connsiteX4" fmla="*/ 8600365 w 8606958"/>
              <a:gd name="connsiteY4" fmla="*/ 1249672 h 1249672"/>
              <a:gd name="connsiteX5" fmla="*/ 0 w 8606958"/>
              <a:gd name="connsiteY5" fmla="*/ 1249672 h 1249672"/>
              <a:gd name="connsiteX6" fmla="*/ 84937 w 8606958"/>
              <a:gd name="connsiteY6" fmla="*/ 822804 h 1249672"/>
              <a:gd name="connsiteX7" fmla="*/ 745560 w 8606958"/>
              <a:gd name="connsiteY7" fmla="*/ 251837 h 1249672"/>
              <a:gd name="connsiteX8" fmla="*/ 2298504 w 8606958"/>
              <a:gd name="connsiteY8" fmla="*/ 0 h 1249672"/>
              <a:gd name="connsiteX0" fmla="*/ 2298504 w 8606958"/>
              <a:gd name="connsiteY0" fmla="*/ 0 h 1249672"/>
              <a:gd name="connsiteX1" fmla="*/ 8603855 w 8606958"/>
              <a:gd name="connsiteY1" fmla="*/ 24746 h 1249672"/>
              <a:gd name="connsiteX2" fmla="*/ 8600365 w 8606958"/>
              <a:gd name="connsiteY2" fmla="*/ 788971 h 1249672"/>
              <a:gd name="connsiteX3" fmla="*/ 8600365 w 8606958"/>
              <a:gd name="connsiteY3" fmla="*/ 1249672 h 1249672"/>
              <a:gd name="connsiteX4" fmla="*/ 8600365 w 8606958"/>
              <a:gd name="connsiteY4" fmla="*/ 1249672 h 1249672"/>
              <a:gd name="connsiteX5" fmla="*/ 0 w 8606958"/>
              <a:gd name="connsiteY5" fmla="*/ 1249672 h 1249672"/>
              <a:gd name="connsiteX6" fmla="*/ 84937 w 8606958"/>
              <a:gd name="connsiteY6" fmla="*/ 822804 h 1249672"/>
              <a:gd name="connsiteX7" fmla="*/ 745560 w 8606958"/>
              <a:gd name="connsiteY7" fmla="*/ 251837 h 1249672"/>
              <a:gd name="connsiteX8" fmla="*/ 2298504 w 8606958"/>
              <a:gd name="connsiteY8" fmla="*/ 0 h 1249672"/>
              <a:gd name="connsiteX0" fmla="*/ 2298504 w 8606958"/>
              <a:gd name="connsiteY0" fmla="*/ 0 h 1249672"/>
              <a:gd name="connsiteX1" fmla="*/ 8603855 w 8606958"/>
              <a:gd name="connsiteY1" fmla="*/ 24746 h 1249672"/>
              <a:gd name="connsiteX2" fmla="*/ 8600365 w 8606958"/>
              <a:gd name="connsiteY2" fmla="*/ 788971 h 1249672"/>
              <a:gd name="connsiteX3" fmla="*/ 8600365 w 8606958"/>
              <a:gd name="connsiteY3" fmla="*/ 1249672 h 1249672"/>
              <a:gd name="connsiteX4" fmla="*/ 8600365 w 8606958"/>
              <a:gd name="connsiteY4" fmla="*/ 1249672 h 1249672"/>
              <a:gd name="connsiteX5" fmla="*/ 0 w 8606958"/>
              <a:gd name="connsiteY5" fmla="*/ 1249672 h 1249672"/>
              <a:gd name="connsiteX6" fmla="*/ 84937 w 8606958"/>
              <a:gd name="connsiteY6" fmla="*/ 822804 h 1249672"/>
              <a:gd name="connsiteX7" fmla="*/ 2298504 w 8606958"/>
              <a:gd name="connsiteY7" fmla="*/ 0 h 1249672"/>
              <a:gd name="connsiteX0" fmla="*/ 2600441 w 8908895"/>
              <a:gd name="connsiteY0" fmla="*/ 0 h 1249672"/>
              <a:gd name="connsiteX1" fmla="*/ 8905792 w 8908895"/>
              <a:gd name="connsiteY1" fmla="*/ 24746 h 1249672"/>
              <a:gd name="connsiteX2" fmla="*/ 8902302 w 8908895"/>
              <a:gd name="connsiteY2" fmla="*/ 788971 h 1249672"/>
              <a:gd name="connsiteX3" fmla="*/ 8902302 w 8908895"/>
              <a:gd name="connsiteY3" fmla="*/ 1249672 h 1249672"/>
              <a:gd name="connsiteX4" fmla="*/ 8902302 w 8908895"/>
              <a:gd name="connsiteY4" fmla="*/ 1249672 h 1249672"/>
              <a:gd name="connsiteX5" fmla="*/ 301937 w 8908895"/>
              <a:gd name="connsiteY5" fmla="*/ 1249672 h 1249672"/>
              <a:gd name="connsiteX6" fmla="*/ 2600441 w 8908895"/>
              <a:gd name="connsiteY6" fmla="*/ 0 h 1249672"/>
              <a:gd name="connsiteX0" fmla="*/ 2600441 w 8908895"/>
              <a:gd name="connsiteY0" fmla="*/ 0 h 1231113"/>
              <a:gd name="connsiteX1" fmla="*/ 8905792 w 8908895"/>
              <a:gd name="connsiteY1" fmla="*/ 6187 h 1231113"/>
              <a:gd name="connsiteX2" fmla="*/ 8902302 w 8908895"/>
              <a:gd name="connsiteY2" fmla="*/ 770412 h 1231113"/>
              <a:gd name="connsiteX3" fmla="*/ 8902302 w 8908895"/>
              <a:gd name="connsiteY3" fmla="*/ 1231113 h 1231113"/>
              <a:gd name="connsiteX4" fmla="*/ 8902302 w 8908895"/>
              <a:gd name="connsiteY4" fmla="*/ 1231113 h 1231113"/>
              <a:gd name="connsiteX5" fmla="*/ 301937 w 8908895"/>
              <a:gd name="connsiteY5" fmla="*/ 1231113 h 1231113"/>
              <a:gd name="connsiteX6" fmla="*/ 2600441 w 8908895"/>
              <a:gd name="connsiteY6" fmla="*/ 0 h 1231113"/>
              <a:gd name="connsiteX0" fmla="*/ 2716264 w 9024718"/>
              <a:gd name="connsiteY0" fmla="*/ 0 h 1231113"/>
              <a:gd name="connsiteX1" fmla="*/ 9021615 w 9024718"/>
              <a:gd name="connsiteY1" fmla="*/ 6187 h 1231113"/>
              <a:gd name="connsiteX2" fmla="*/ 9018125 w 9024718"/>
              <a:gd name="connsiteY2" fmla="*/ 770412 h 1231113"/>
              <a:gd name="connsiteX3" fmla="*/ 9018125 w 9024718"/>
              <a:gd name="connsiteY3" fmla="*/ 1231113 h 1231113"/>
              <a:gd name="connsiteX4" fmla="*/ 9018125 w 9024718"/>
              <a:gd name="connsiteY4" fmla="*/ 1231113 h 1231113"/>
              <a:gd name="connsiteX5" fmla="*/ 417760 w 9024718"/>
              <a:gd name="connsiteY5" fmla="*/ 1231113 h 1231113"/>
              <a:gd name="connsiteX6" fmla="*/ 2716264 w 9024718"/>
              <a:gd name="connsiteY6" fmla="*/ 0 h 1231113"/>
              <a:gd name="connsiteX0" fmla="*/ 2300894 w 8609348"/>
              <a:gd name="connsiteY0" fmla="*/ 0 h 1231113"/>
              <a:gd name="connsiteX1" fmla="*/ 8606245 w 8609348"/>
              <a:gd name="connsiteY1" fmla="*/ 6187 h 1231113"/>
              <a:gd name="connsiteX2" fmla="*/ 8602755 w 8609348"/>
              <a:gd name="connsiteY2" fmla="*/ 770412 h 1231113"/>
              <a:gd name="connsiteX3" fmla="*/ 8602755 w 8609348"/>
              <a:gd name="connsiteY3" fmla="*/ 1231113 h 1231113"/>
              <a:gd name="connsiteX4" fmla="*/ 8602755 w 8609348"/>
              <a:gd name="connsiteY4" fmla="*/ 1231113 h 1231113"/>
              <a:gd name="connsiteX5" fmla="*/ 2390 w 8609348"/>
              <a:gd name="connsiteY5" fmla="*/ 1231113 h 1231113"/>
              <a:gd name="connsiteX6" fmla="*/ 2300894 w 8609348"/>
              <a:gd name="connsiteY6" fmla="*/ 0 h 1231113"/>
              <a:gd name="connsiteX0" fmla="*/ 2299332 w 8607786"/>
              <a:gd name="connsiteY0" fmla="*/ 0 h 1231113"/>
              <a:gd name="connsiteX1" fmla="*/ 8604683 w 8607786"/>
              <a:gd name="connsiteY1" fmla="*/ 6187 h 1231113"/>
              <a:gd name="connsiteX2" fmla="*/ 8601193 w 8607786"/>
              <a:gd name="connsiteY2" fmla="*/ 770412 h 1231113"/>
              <a:gd name="connsiteX3" fmla="*/ 8601193 w 8607786"/>
              <a:gd name="connsiteY3" fmla="*/ 1231113 h 1231113"/>
              <a:gd name="connsiteX4" fmla="*/ 8601193 w 8607786"/>
              <a:gd name="connsiteY4" fmla="*/ 1231113 h 1231113"/>
              <a:gd name="connsiteX5" fmla="*/ 828 w 8607786"/>
              <a:gd name="connsiteY5" fmla="*/ 1231113 h 1231113"/>
              <a:gd name="connsiteX6" fmla="*/ 2299332 w 8607786"/>
              <a:gd name="connsiteY6" fmla="*/ 0 h 1231113"/>
              <a:gd name="connsiteX0" fmla="*/ 2298564 w 8607018"/>
              <a:gd name="connsiteY0" fmla="*/ 0 h 1231113"/>
              <a:gd name="connsiteX1" fmla="*/ 8603915 w 8607018"/>
              <a:gd name="connsiteY1" fmla="*/ 6187 h 1231113"/>
              <a:gd name="connsiteX2" fmla="*/ 8600425 w 8607018"/>
              <a:gd name="connsiteY2" fmla="*/ 770412 h 1231113"/>
              <a:gd name="connsiteX3" fmla="*/ 8600425 w 8607018"/>
              <a:gd name="connsiteY3" fmla="*/ 1231113 h 1231113"/>
              <a:gd name="connsiteX4" fmla="*/ 8600425 w 8607018"/>
              <a:gd name="connsiteY4" fmla="*/ 1231113 h 1231113"/>
              <a:gd name="connsiteX5" fmla="*/ 60 w 8607018"/>
              <a:gd name="connsiteY5" fmla="*/ 1231113 h 1231113"/>
              <a:gd name="connsiteX6" fmla="*/ 2298564 w 8607018"/>
              <a:gd name="connsiteY6" fmla="*/ 0 h 1231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07018" h="1231113">
                <a:moveTo>
                  <a:pt x="2298564" y="0"/>
                </a:moveTo>
                <a:lnTo>
                  <a:pt x="8603915" y="6187"/>
                </a:lnTo>
                <a:cubicBezTo>
                  <a:pt x="8612551" y="339562"/>
                  <a:pt x="8600425" y="590326"/>
                  <a:pt x="8600425" y="770412"/>
                </a:cubicBezTo>
                <a:lnTo>
                  <a:pt x="8600425" y="1231113"/>
                </a:lnTo>
                <a:lnTo>
                  <a:pt x="8600425" y="1231113"/>
                </a:lnTo>
                <a:lnTo>
                  <a:pt x="60" y="1231113"/>
                </a:lnTo>
                <a:cubicBezTo>
                  <a:pt x="-2693" y="979529"/>
                  <a:pt x="81279" y="0"/>
                  <a:pt x="2298564" y="0"/>
                </a:cubicBezTo>
                <a:close/>
              </a:path>
            </a:pathLst>
          </a:custGeom>
          <a:solidFill>
            <a:schemeClr val="accent2">
              <a:alpha val="80000"/>
            </a:schemeClr>
          </a:solidFill>
        </p:spPr>
        <p:txBody>
          <a:bodyPr anchor="t">
            <a:noAutofit/>
          </a:bodyPr>
          <a:lstStyle>
            <a:lvl1pPr marL="1371600">
              <a:lnSpc>
                <a:spcPct val="280000"/>
              </a:lnSpc>
              <a:spcBef>
                <a:spcPts val="1800"/>
              </a:spcBef>
              <a:defRPr>
                <a:solidFill>
                  <a:schemeClr val="bg2"/>
                </a:solidFill>
              </a:defRPr>
            </a:lvl1pPr>
          </a:lstStyle>
          <a:p>
            <a:r>
              <a:rPr lang="en-US" sz="4400">
                <a:solidFill>
                  <a:srgbClr val="FFFFFF"/>
                </a:solidFill>
              </a:rPr>
              <a:t>Click to edit Master title style</a:t>
            </a:r>
            <a:endParaRPr lang="en-US" sz="4400" dirty="0">
              <a:solidFill>
                <a:srgbClr val="FFFFFF"/>
              </a:solidFill>
            </a:endParaRPr>
          </a:p>
        </p:txBody>
      </p:sp>
      <p:sp>
        <p:nvSpPr>
          <p:cNvPr id="36" name="Freeform: Shape 35">
            <a:extLst>
              <a:ext uri="{FF2B5EF4-FFF2-40B4-BE49-F238E27FC236}">
                <a16:creationId xmlns:a16="http://schemas.microsoft.com/office/drawing/2014/main" xmlns="" id="{9A0315CC-EC7D-4E65-936E-03F3BE2200E3}"/>
              </a:ext>
              <a:ext uri="{C183D7F6-B498-43B3-948B-1728B52AA6E4}">
                <adec:decorative xmlns:adec="http://schemas.microsoft.com/office/drawing/2017/decorative" xmlns="" val="1"/>
              </a:ext>
            </a:extLst>
          </p:cNvPr>
          <p:cNvSpPr/>
          <p:nvPr userDrawn="1"/>
        </p:nvSpPr>
        <p:spPr>
          <a:xfrm>
            <a:off x="7477125" y="0"/>
            <a:ext cx="4714875" cy="6858000"/>
          </a:xfrm>
          <a:custGeom>
            <a:avLst/>
            <a:gdLst>
              <a:gd name="connsiteX0" fmla="*/ 3611850 w 4528607"/>
              <a:gd name="connsiteY0" fmla="*/ 0 h 6858000"/>
              <a:gd name="connsiteX1" fmla="*/ 4528607 w 4528607"/>
              <a:gd name="connsiteY1" fmla="*/ 0 h 6858000"/>
              <a:gd name="connsiteX2" fmla="*/ 4528607 w 4528607"/>
              <a:gd name="connsiteY2" fmla="*/ 6858000 h 6858000"/>
              <a:gd name="connsiteX3" fmla="*/ 0 w 4528607"/>
              <a:gd name="connsiteY3" fmla="*/ 6858000 h 6858000"/>
              <a:gd name="connsiteX4" fmla="*/ 157749 w 4528607"/>
              <a:gd name="connsiteY4" fmla="*/ 6846005 h 6858000"/>
              <a:gd name="connsiteX5" fmla="*/ 3612770 w 4528607"/>
              <a:gd name="connsiteY5" fmla="*/ 3017366 h 6858000"/>
              <a:gd name="connsiteX6" fmla="*/ 3611350 w 4528607"/>
              <a:gd name="connsiteY6" fmla="*/ 2961216 h 6858000"/>
              <a:gd name="connsiteX7" fmla="*/ 3611850 w 4528607"/>
              <a:gd name="connsiteY7" fmla="*/ 2961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8607" h="6858000">
                <a:moveTo>
                  <a:pt x="3611850" y="0"/>
                </a:moveTo>
                <a:lnTo>
                  <a:pt x="4528607" y="0"/>
                </a:lnTo>
                <a:lnTo>
                  <a:pt x="4528607" y="6858000"/>
                </a:lnTo>
                <a:lnTo>
                  <a:pt x="0" y="6858000"/>
                </a:lnTo>
                <a:lnTo>
                  <a:pt x="157749" y="6846005"/>
                </a:lnTo>
                <a:cubicBezTo>
                  <a:pt x="2098384" y="6648923"/>
                  <a:pt x="3612770" y="5009996"/>
                  <a:pt x="3612770" y="3017366"/>
                </a:cubicBezTo>
                <a:lnTo>
                  <a:pt x="3611350" y="2961216"/>
                </a:lnTo>
                <a:lnTo>
                  <a:pt x="3611850" y="2961216"/>
                </a:lnTo>
                <a:close/>
              </a:path>
            </a:pathLst>
          </a:custGeom>
          <a:solidFill>
            <a:schemeClr val="accent2">
              <a:lumMod val="75000"/>
              <a:alpha val="6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xmlns="" id="{1DAB5A3B-4D59-4E0D-9EA9-FAFC9BFBB574}"/>
              </a:ext>
            </a:extLst>
          </p:cNvPr>
          <p:cNvSpPr>
            <a:spLocks noGrp="1"/>
          </p:cNvSpPr>
          <p:nvPr>
            <p:ph type="body" sz="quarter" idx="14"/>
          </p:nvPr>
        </p:nvSpPr>
        <p:spPr>
          <a:xfrm>
            <a:off x="2000614" y="5920740"/>
            <a:ext cx="5476512" cy="723900"/>
          </a:xfrm>
        </p:spPr>
        <p:txBody>
          <a:bodyPr>
            <a:noAutofit/>
          </a:bodyPr>
          <a:lstStyle>
            <a:lvl1pPr>
              <a:buNone/>
              <a:defRPr sz="2000">
                <a:solidFill>
                  <a:schemeClr val="bg2"/>
                </a:solidFill>
              </a:defRPr>
            </a:lvl1pPr>
            <a:lvl2pPr>
              <a:buNone/>
              <a:defRPr sz="2000">
                <a:solidFill>
                  <a:schemeClr val="bg2"/>
                </a:solidFill>
              </a:defRPr>
            </a:lvl2pPr>
            <a:lvl3pPr>
              <a:buNone/>
              <a:defRPr sz="2000">
                <a:solidFill>
                  <a:schemeClr val="bg2"/>
                </a:solidFill>
              </a:defRPr>
            </a:lvl3pPr>
            <a:lvl4pPr>
              <a:buNone/>
              <a:defRPr sz="2000">
                <a:solidFill>
                  <a:schemeClr val="bg2"/>
                </a:solidFill>
              </a:defRPr>
            </a:lvl4pPr>
            <a:lvl5pPr>
              <a:buNone/>
              <a:defRPr sz="200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7553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genda">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xmlns="" id="{E6C91E54-DBE4-467A-A827-2C5C88E612F7}"/>
              </a:ext>
              <a:ext uri="{C183D7F6-B498-43B3-948B-1728B52AA6E4}">
                <adec:decorative xmlns:adec="http://schemas.microsoft.com/office/drawing/2017/decorative" xmlns="" val="1"/>
              </a:ext>
            </a:extLst>
          </p:cNvPr>
          <p:cNvSpPr/>
          <p:nvPr userDrawn="1"/>
        </p:nvSpPr>
        <p:spPr>
          <a:xfrm>
            <a:off x="0" y="2880244"/>
            <a:ext cx="12192000" cy="3977756"/>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itle 1">
            <a:extLst>
              <a:ext uri="{FF2B5EF4-FFF2-40B4-BE49-F238E27FC236}">
                <a16:creationId xmlns:a16="http://schemas.microsoft.com/office/drawing/2014/main" xmlns="" id="{DBAED78D-8293-4554-BA23-D14EC617A455}"/>
              </a:ext>
            </a:extLst>
          </p:cNvPr>
          <p:cNvSpPr>
            <a:spLocks noGrp="1"/>
          </p:cNvSpPr>
          <p:nvPr>
            <p:ph type="title"/>
          </p:nvPr>
        </p:nvSpPr>
        <p:spPr>
          <a:xfrm>
            <a:off x="914401" y="525440"/>
            <a:ext cx="5390983" cy="1963318"/>
          </a:xfrm>
        </p:spPr>
        <p:txBody>
          <a:bodyPr/>
          <a:lstStyle>
            <a:lvl1pPr>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20" name="Content Placeholder 2">
            <a:extLst>
              <a:ext uri="{FF2B5EF4-FFF2-40B4-BE49-F238E27FC236}">
                <a16:creationId xmlns:a16="http://schemas.microsoft.com/office/drawing/2014/main" xmlns="" id="{A9EFAE44-6509-43CD-AB03-7B4944875BE4}"/>
              </a:ext>
            </a:extLst>
          </p:cNvPr>
          <p:cNvSpPr>
            <a:spLocks noGrp="1"/>
          </p:cNvSpPr>
          <p:nvPr>
            <p:ph idx="1"/>
          </p:nvPr>
        </p:nvSpPr>
        <p:spPr>
          <a:xfrm>
            <a:off x="914401" y="3377821"/>
            <a:ext cx="5181600" cy="2799142"/>
          </a:xfrm>
        </p:spPr>
        <p:txBody>
          <a:bodyPr>
            <a:normAutofit/>
          </a:bodyPr>
          <a:lstStyle>
            <a:lvl1pPr>
              <a:buNone/>
              <a:defRPr/>
            </a:lvl1pPr>
          </a:lstStyle>
          <a:p>
            <a:pPr lvl="0"/>
            <a:r>
              <a:rPr lang="en-US"/>
              <a:t>Click to edit Master text styles</a:t>
            </a:r>
          </a:p>
        </p:txBody>
      </p:sp>
      <p:sp>
        <p:nvSpPr>
          <p:cNvPr id="3" name="Footer Placeholder 2">
            <a:extLst>
              <a:ext uri="{FF2B5EF4-FFF2-40B4-BE49-F238E27FC236}">
                <a16:creationId xmlns:a16="http://schemas.microsoft.com/office/drawing/2014/main" xmlns="" id="{C9753C5C-8415-4BF0-810D-A4C22F695ECF}"/>
              </a:ext>
            </a:extLst>
          </p:cNvPr>
          <p:cNvSpPr>
            <a:spLocks noGrp="1"/>
          </p:cNvSpPr>
          <p:nvPr>
            <p:ph type="ftr" sz="quarter" idx="11"/>
          </p:nvPr>
        </p:nvSpPr>
        <p:spPr/>
        <p:txBody>
          <a:bodyPr/>
          <a:lstStyle/>
          <a:p>
            <a:r>
              <a:rPr lang="en-US" dirty="0"/>
              <a:t>Sample Footer Text</a:t>
            </a:r>
          </a:p>
        </p:txBody>
      </p:sp>
      <p:sp>
        <p:nvSpPr>
          <p:cNvPr id="24" name="Picture Placeholder 23">
            <a:extLst>
              <a:ext uri="{FF2B5EF4-FFF2-40B4-BE49-F238E27FC236}">
                <a16:creationId xmlns:a16="http://schemas.microsoft.com/office/drawing/2014/main" xmlns="" id="{D5749D8A-F20A-4228-9136-5891AE0352B9}"/>
              </a:ext>
            </a:extLst>
          </p:cNvPr>
          <p:cNvSpPr>
            <a:spLocks noGrp="1"/>
          </p:cNvSpPr>
          <p:nvPr>
            <p:ph type="pic" sz="quarter" idx="13"/>
          </p:nvPr>
        </p:nvSpPr>
        <p:spPr>
          <a:xfrm>
            <a:off x="6514166" y="-1798"/>
            <a:ext cx="2846566" cy="2872294"/>
          </a:xfrm>
          <a:custGeom>
            <a:avLst/>
            <a:gdLst>
              <a:gd name="connsiteX0" fmla="*/ 2797 w 2846566"/>
              <a:gd name="connsiteY0" fmla="*/ 0 h 2838450"/>
              <a:gd name="connsiteX1" fmla="*/ 2846566 w 2846566"/>
              <a:gd name="connsiteY1" fmla="*/ 0 h 2838450"/>
              <a:gd name="connsiteX2" fmla="*/ 2846566 w 2846566"/>
              <a:gd name="connsiteY2" fmla="*/ 2838450 h 2838450"/>
              <a:gd name="connsiteX3" fmla="*/ 2091122 w 2846566"/>
              <a:gd name="connsiteY3" fmla="*/ 2838450 h 2838450"/>
              <a:gd name="connsiteX4" fmla="*/ 1974232 w 2846566"/>
              <a:gd name="connsiteY4" fmla="*/ 2820914 h 2838450"/>
              <a:gd name="connsiteX5" fmla="*/ 0 w 2846566"/>
              <a:gd name="connsiteY5" fmla="*/ 404262 h 2838450"/>
              <a:gd name="connsiteX6" fmla="*/ 2797 w 2846566"/>
              <a:gd name="connsiteY6" fmla="*/ 293225 h 2838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46566" h="2838450">
                <a:moveTo>
                  <a:pt x="2797" y="0"/>
                </a:moveTo>
                <a:lnTo>
                  <a:pt x="2846566" y="0"/>
                </a:lnTo>
                <a:lnTo>
                  <a:pt x="2846566" y="2838450"/>
                </a:lnTo>
                <a:lnTo>
                  <a:pt x="2091122" y="2838450"/>
                </a:lnTo>
                <a:lnTo>
                  <a:pt x="1974232" y="2820914"/>
                </a:lnTo>
                <a:cubicBezTo>
                  <a:pt x="848632" y="2597020"/>
                  <a:pt x="0" y="1600146"/>
                  <a:pt x="0" y="404262"/>
                </a:cubicBezTo>
                <a:lnTo>
                  <a:pt x="2797" y="293225"/>
                </a:lnTo>
                <a:close/>
              </a:path>
            </a:pathLst>
          </a:custGeom>
          <a:solidFill>
            <a:schemeClr val="accent6"/>
          </a:solidFill>
        </p:spPr>
        <p:txBody>
          <a:bodyPr wrap="square">
            <a:noAutofit/>
          </a:bodyPr>
          <a:lstStyle>
            <a:lvl1pPr algn="r">
              <a:defRPr/>
            </a:lvl1pPr>
          </a:lstStyle>
          <a:p>
            <a:r>
              <a:rPr lang="en-US" dirty="0"/>
              <a:t>Click icon to add picture</a:t>
            </a:r>
          </a:p>
        </p:txBody>
      </p:sp>
      <p:sp>
        <p:nvSpPr>
          <p:cNvPr id="27" name="Picture Placeholder 26">
            <a:extLst>
              <a:ext uri="{FF2B5EF4-FFF2-40B4-BE49-F238E27FC236}">
                <a16:creationId xmlns:a16="http://schemas.microsoft.com/office/drawing/2014/main" xmlns="" id="{4A3C6DC1-25FD-4947-8211-89B20E599AE3}"/>
              </a:ext>
            </a:extLst>
          </p:cNvPr>
          <p:cNvSpPr>
            <a:spLocks noGrp="1"/>
          </p:cNvSpPr>
          <p:nvPr>
            <p:ph type="pic" sz="quarter" idx="14"/>
          </p:nvPr>
        </p:nvSpPr>
        <p:spPr>
          <a:xfrm>
            <a:off x="9360733" y="-1798"/>
            <a:ext cx="2826990" cy="2854594"/>
          </a:xfrm>
          <a:custGeom>
            <a:avLst/>
            <a:gdLst>
              <a:gd name="connsiteX0" fmla="*/ 0 w 2826990"/>
              <a:gd name="connsiteY0" fmla="*/ 0 h 2854594"/>
              <a:gd name="connsiteX1" fmla="*/ 2826990 w 2826990"/>
              <a:gd name="connsiteY1" fmla="*/ 0 h 2854594"/>
              <a:gd name="connsiteX2" fmla="*/ 2826990 w 2826990"/>
              <a:gd name="connsiteY2" fmla="*/ 2854594 h 2854594"/>
              <a:gd name="connsiteX3" fmla="*/ 0 w 2826990"/>
              <a:gd name="connsiteY3" fmla="*/ 2854594 h 2854594"/>
            </a:gdLst>
            <a:ahLst/>
            <a:cxnLst>
              <a:cxn ang="0">
                <a:pos x="connsiteX0" y="connsiteY0"/>
              </a:cxn>
              <a:cxn ang="0">
                <a:pos x="connsiteX1" y="connsiteY1"/>
              </a:cxn>
              <a:cxn ang="0">
                <a:pos x="connsiteX2" y="connsiteY2"/>
              </a:cxn>
              <a:cxn ang="0">
                <a:pos x="connsiteX3" y="connsiteY3"/>
              </a:cxn>
            </a:cxnLst>
            <a:rect l="l" t="t" r="r" b="b"/>
            <a:pathLst>
              <a:path w="2826990" h="2854594">
                <a:moveTo>
                  <a:pt x="0" y="0"/>
                </a:moveTo>
                <a:lnTo>
                  <a:pt x="2826990" y="0"/>
                </a:lnTo>
                <a:lnTo>
                  <a:pt x="2826990" y="2854594"/>
                </a:lnTo>
                <a:lnTo>
                  <a:pt x="0" y="2854594"/>
                </a:lnTo>
                <a:close/>
              </a:path>
            </a:pathLst>
          </a:custGeom>
          <a:solidFill>
            <a:schemeClr val="accent6">
              <a:lumMod val="60000"/>
              <a:lumOff val="40000"/>
            </a:schemeClr>
          </a:solidFill>
        </p:spPr>
        <p:txBody>
          <a:bodyPr wrap="square">
            <a:noAutofit/>
          </a:bodyPr>
          <a:lstStyle/>
          <a:p>
            <a:r>
              <a:rPr lang="en-US" dirty="0"/>
              <a:t>Click icon to add picture</a:t>
            </a:r>
          </a:p>
        </p:txBody>
      </p:sp>
      <p:sp>
        <p:nvSpPr>
          <p:cNvPr id="30" name="Picture Placeholder 29">
            <a:extLst>
              <a:ext uri="{FF2B5EF4-FFF2-40B4-BE49-F238E27FC236}">
                <a16:creationId xmlns:a16="http://schemas.microsoft.com/office/drawing/2014/main" xmlns="" id="{53C819AA-E73C-44C7-9928-5E1A8A22BC5F}"/>
              </a:ext>
            </a:extLst>
          </p:cNvPr>
          <p:cNvSpPr>
            <a:spLocks noGrp="1"/>
          </p:cNvSpPr>
          <p:nvPr>
            <p:ph type="pic" sz="quarter" idx="15"/>
          </p:nvPr>
        </p:nvSpPr>
        <p:spPr>
          <a:xfrm>
            <a:off x="6514169" y="2856391"/>
            <a:ext cx="2846565" cy="4001609"/>
          </a:xfrm>
          <a:custGeom>
            <a:avLst/>
            <a:gdLst>
              <a:gd name="connsiteX0" fmla="*/ 2436721 w 2846565"/>
              <a:gd name="connsiteY0" fmla="*/ 0 h 4001609"/>
              <a:gd name="connsiteX1" fmla="*/ 2846565 w 2846565"/>
              <a:gd name="connsiteY1" fmla="*/ 0 h 4001609"/>
              <a:gd name="connsiteX2" fmla="*/ 2846565 w 2846565"/>
              <a:gd name="connsiteY2" fmla="*/ 4001609 h 4001609"/>
              <a:gd name="connsiteX3" fmla="*/ 2796 w 2846565"/>
              <a:gd name="connsiteY3" fmla="*/ 4001608 h 4001609"/>
              <a:gd name="connsiteX4" fmla="*/ 2796 w 2846565"/>
              <a:gd name="connsiteY4" fmla="*/ 2564348 h 4001609"/>
              <a:gd name="connsiteX5" fmla="*/ 0 w 2846565"/>
              <a:gd name="connsiteY5" fmla="*/ 2453758 h 4001609"/>
              <a:gd name="connsiteX6" fmla="*/ 2202875 w 2846565"/>
              <a:gd name="connsiteY6" fmla="*/ 12668 h 4001609"/>
              <a:gd name="connsiteX7" fmla="*/ 2436721 w 2846565"/>
              <a:gd name="connsiteY7" fmla="*/ 860 h 4001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6565" h="4001609">
                <a:moveTo>
                  <a:pt x="2436721" y="0"/>
                </a:moveTo>
                <a:lnTo>
                  <a:pt x="2846565" y="0"/>
                </a:lnTo>
                <a:lnTo>
                  <a:pt x="2846565" y="4001609"/>
                </a:lnTo>
                <a:lnTo>
                  <a:pt x="2796" y="4001608"/>
                </a:lnTo>
                <a:lnTo>
                  <a:pt x="2796" y="2564348"/>
                </a:lnTo>
                <a:lnTo>
                  <a:pt x="0" y="2453758"/>
                </a:lnTo>
                <a:cubicBezTo>
                  <a:pt x="0" y="1183283"/>
                  <a:pt x="965553" y="138326"/>
                  <a:pt x="2202875" y="12668"/>
                </a:cubicBezTo>
                <a:lnTo>
                  <a:pt x="2436721" y="860"/>
                </a:lnTo>
                <a:close/>
              </a:path>
            </a:pathLst>
          </a:custGeom>
          <a:solidFill>
            <a:schemeClr val="accent6">
              <a:lumMod val="60000"/>
              <a:lumOff val="40000"/>
            </a:schemeClr>
          </a:solidFill>
        </p:spPr>
        <p:txBody>
          <a:bodyPr wrap="square">
            <a:noAutofit/>
          </a:bodyPr>
          <a:lstStyle>
            <a:lvl1pPr algn="r">
              <a:defRPr/>
            </a:lvl1pPr>
          </a:lstStyle>
          <a:p>
            <a:r>
              <a:rPr lang="en-US" dirty="0"/>
              <a:t>Click icon to add picture</a:t>
            </a:r>
          </a:p>
        </p:txBody>
      </p:sp>
      <p:sp>
        <p:nvSpPr>
          <p:cNvPr id="33" name="Picture Placeholder 32">
            <a:extLst>
              <a:ext uri="{FF2B5EF4-FFF2-40B4-BE49-F238E27FC236}">
                <a16:creationId xmlns:a16="http://schemas.microsoft.com/office/drawing/2014/main" xmlns="" id="{64635F40-0058-44E0-95CD-8FFAE1876473}"/>
              </a:ext>
            </a:extLst>
          </p:cNvPr>
          <p:cNvSpPr>
            <a:spLocks noGrp="1"/>
          </p:cNvSpPr>
          <p:nvPr>
            <p:ph type="pic" sz="quarter" idx="16"/>
          </p:nvPr>
        </p:nvSpPr>
        <p:spPr>
          <a:xfrm>
            <a:off x="9356456" y="2828943"/>
            <a:ext cx="2835544" cy="4038805"/>
          </a:xfrm>
          <a:custGeom>
            <a:avLst/>
            <a:gdLst>
              <a:gd name="connsiteX0" fmla="*/ 0 w 2835544"/>
              <a:gd name="connsiteY0" fmla="*/ 0 h 4038805"/>
              <a:gd name="connsiteX1" fmla="*/ 2835544 w 2835544"/>
              <a:gd name="connsiteY1" fmla="*/ 0 h 4038805"/>
              <a:gd name="connsiteX2" fmla="*/ 2835544 w 2835544"/>
              <a:gd name="connsiteY2" fmla="*/ 4038805 h 4038805"/>
              <a:gd name="connsiteX3" fmla="*/ 0 w 2835544"/>
              <a:gd name="connsiteY3" fmla="*/ 4038805 h 4038805"/>
            </a:gdLst>
            <a:ahLst/>
            <a:cxnLst>
              <a:cxn ang="0">
                <a:pos x="connsiteX0" y="connsiteY0"/>
              </a:cxn>
              <a:cxn ang="0">
                <a:pos x="connsiteX1" y="connsiteY1"/>
              </a:cxn>
              <a:cxn ang="0">
                <a:pos x="connsiteX2" y="connsiteY2"/>
              </a:cxn>
              <a:cxn ang="0">
                <a:pos x="connsiteX3" y="connsiteY3"/>
              </a:cxn>
            </a:cxnLst>
            <a:rect l="l" t="t" r="r" b="b"/>
            <a:pathLst>
              <a:path w="2835544" h="4038805">
                <a:moveTo>
                  <a:pt x="0" y="0"/>
                </a:moveTo>
                <a:lnTo>
                  <a:pt x="2835544" y="0"/>
                </a:lnTo>
                <a:lnTo>
                  <a:pt x="2835544" y="4038805"/>
                </a:lnTo>
                <a:lnTo>
                  <a:pt x="0" y="4038805"/>
                </a:lnTo>
                <a:close/>
              </a:path>
            </a:pathLst>
          </a:custGeom>
          <a:solidFill>
            <a:schemeClr val="accent6"/>
          </a:solidFill>
        </p:spPr>
        <p:txBody>
          <a:bodyPr wrap="square">
            <a:noAutofit/>
          </a:bodyPr>
          <a:lstStyle/>
          <a:p>
            <a:r>
              <a:rPr lang="en-US" dirty="0"/>
              <a:t>Click icon to add picture</a:t>
            </a:r>
          </a:p>
        </p:txBody>
      </p:sp>
      <p:sp>
        <p:nvSpPr>
          <p:cNvPr id="2" name="Date Placeholder 1">
            <a:extLst>
              <a:ext uri="{FF2B5EF4-FFF2-40B4-BE49-F238E27FC236}">
                <a16:creationId xmlns:a16="http://schemas.microsoft.com/office/drawing/2014/main" xmlns=""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Slide Number Placeholder 3">
            <a:extLst>
              <a:ext uri="{FF2B5EF4-FFF2-40B4-BE49-F238E27FC236}">
                <a16:creationId xmlns:a16="http://schemas.microsoft.com/office/drawing/2014/main" xmlns=""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120578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Introduction">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xmlns="" id="{7624BCA1-E0EF-42A1-B762-D68E4B984818}"/>
              </a:ext>
              <a:ext uri="{C183D7F6-B498-43B3-948B-1728B52AA6E4}">
                <adec:decorative xmlns:adec="http://schemas.microsoft.com/office/drawing/2017/decorative" xmlns="" val="1"/>
              </a:ext>
            </a:extLst>
          </p:cNvPr>
          <p:cNvSpPr/>
          <p:nvPr userDrawn="1"/>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xmlns="" id="{05C258CF-58AC-4C7A-A953-392693E55383}"/>
              </a:ext>
              <a:ext uri="{C183D7F6-B498-43B3-948B-1728B52AA6E4}">
                <adec:decorative xmlns:adec="http://schemas.microsoft.com/office/drawing/2017/decorative" xmlns="" val="1"/>
              </a:ext>
            </a:extLst>
          </p:cNvPr>
          <p:cNvSpPr/>
          <p:nvPr userDrawn="1"/>
        </p:nvSpPr>
        <p:spPr>
          <a:xfrm>
            <a:off x="0" y="-3537"/>
            <a:ext cx="12192000" cy="4463002"/>
          </a:xfrm>
          <a:custGeom>
            <a:avLst/>
            <a:gdLst>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7294008 w 12192000"/>
              <a:gd name="connsiteY10" fmla="*/ 2210393 h 4463002"/>
              <a:gd name="connsiteX11" fmla="*/ 6051190 w 12192000"/>
              <a:gd name="connsiteY11" fmla="*/ 2210393 h 4463002"/>
              <a:gd name="connsiteX12" fmla="*/ 5343524 w 12192000"/>
              <a:gd name="connsiteY12" fmla="*/ 2210393 h 4463002"/>
              <a:gd name="connsiteX13" fmla="*/ 5343524 w 12192000"/>
              <a:gd name="connsiteY13" fmla="*/ 2209238 h 4463002"/>
              <a:gd name="connsiteX14" fmla="*/ 0 w 12192000"/>
              <a:gd name="connsiteY14" fmla="*/ 2209238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7294008 w 12192000"/>
              <a:gd name="connsiteY10" fmla="*/ 2210393 h 4463002"/>
              <a:gd name="connsiteX11" fmla="*/ 5343524 w 12192000"/>
              <a:gd name="connsiteY11" fmla="*/ 2210393 h 4463002"/>
              <a:gd name="connsiteX12" fmla="*/ 5343524 w 12192000"/>
              <a:gd name="connsiteY12" fmla="*/ 2209238 h 4463002"/>
              <a:gd name="connsiteX13" fmla="*/ 0 w 12192000"/>
              <a:gd name="connsiteY13" fmla="*/ 2209238 h 4463002"/>
              <a:gd name="connsiteX14" fmla="*/ 0 w 12192000"/>
              <a:gd name="connsiteY14"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5343524 w 12192000"/>
              <a:gd name="connsiteY10" fmla="*/ 2210393 h 4463002"/>
              <a:gd name="connsiteX11" fmla="*/ 5343524 w 12192000"/>
              <a:gd name="connsiteY11" fmla="*/ 2209238 h 4463002"/>
              <a:gd name="connsiteX12" fmla="*/ 0 w 12192000"/>
              <a:gd name="connsiteY12" fmla="*/ 2209238 h 4463002"/>
              <a:gd name="connsiteX13" fmla="*/ 0 w 12192000"/>
              <a:gd name="connsiteY13"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5343524 w 12192000"/>
              <a:gd name="connsiteY9" fmla="*/ 2210393 h 4463002"/>
              <a:gd name="connsiteX10" fmla="*/ 5343524 w 12192000"/>
              <a:gd name="connsiteY10" fmla="*/ 2209238 h 4463002"/>
              <a:gd name="connsiteX11" fmla="*/ 0 w 12192000"/>
              <a:gd name="connsiteY11" fmla="*/ 2209238 h 4463002"/>
              <a:gd name="connsiteX12" fmla="*/ 0 w 12192000"/>
              <a:gd name="connsiteY12"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5343524 w 12192000"/>
              <a:gd name="connsiteY8" fmla="*/ 2210393 h 4463002"/>
              <a:gd name="connsiteX9" fmla="*/ 5343524 w 12192000"/>
              <a:gd name="connsiteY9" fmla="*/ 2209238 h 4463002"/>
              <a:gd name="connsiteX10" fmla="*/ 0 w 12192000"/>
              <a:gd name="connsiteY10" fmla="*/ 2209238 h 4463002"/>
              <a:gd name="connsiteX11" fmla="*/ 0 w 12192000"/>
              <a:gd name="connsiteY11"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5343524 w 12192000"/>
              <a:gd name="connsiteY8" fmla="*/ 2210393 h 4463002"/>
              <a:gd name="connsiteX9" fmla="*/ 0 w 12192000"/>
              <a:gd name="connsiteY9" fmla="*/ 2209238 h 4463002"/>
              <a:gd name="connsiteX10" fmla="*/ 0 w 12192000"/>
              <a:gd name="connsiteY10"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0 w 12192000"/>
              <a:gd name="connsiteY8" fmla="*/ 2209238 h 4463002"/>
              <a:gd name="connsiteX9" fmla="*/ 0 w 12192000"/>
              <a:gd name="connsiteY9"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0 w 12192000"/>
              <a:gd name="connsiteY7" fmla="*/ 2209238 h 4463002"/>
              <a:gd name="connsiteX8" fmla="*/ 0 w 12192000"/>
              <a:gd name="connsiteY8" fmla="*/ 0 h 446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4463002">
                <a:moveTo>
                  <a:pt x="0" y="0"/>
                </a:moveTo>
                <a:lnTo>
                  <a:pt x="12192000" y="0"/>
                </a:lnTo>
                <a:lnTo>
                  <a:pt x="12192000" y="4463002"/>
                </a:lnTo>
                <a:cubicBezTo>
                  <a:pt x="12191459" y="4451584"/>
                  <a:pt x="12190919" y="4440167"/>
                  <a:pt x="12190378" y="4428749"/>
                </a:cubicBezTo>
                <a:cubicBezTo>
                  <a:pt x="12079768" y="3266647"/>
                  <a:pt x="11158638" y="2340865"/>
                  <a:pt x="9998648" y="2223060"/>
                </a:cubicBezTo>
                <a:lnTo>
                  <a:pt x="9764803" y="2211252"/>
                </a:lnTo>
                <a:lnTo>
                  <a:pt x="9764803" y="2210393"/>
                </a:lnTo>
                <a:lnTo>
                  <a:pt x="0" y="2209238"/>
                </a:lnTo>
                <a:lnTo>
                  <a:pt x="0" y="0"/>
                </a:ln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xmlns="" id="{5F9CDC83-34B8-4E32-84EC-92854CEE4996}"/>
              </a:ext>
              <a:ext uri="{C183D7F6-B498-43B3-948B-1728B52AA6E4}">
                <adec:decorative xmlns:adec="http://schemas.microsoft.com/office/drawing/2017/decorative" xmlns="" val="1"/>
              </a:ext>
            </a:extLst>
          </p:cNvPr>
          <p:cNvSpPr/>
          <p:nvPr userDrawn="1"/>
        </p:nvSpPr>
        <p:spPr>
          <a:xfrm>
            <a:off x="0" y="-3537"/>
            <a:ext cx="12192000" cy="4463002"/>
          </a:xfrm>
          <a:custGeom>
            <a:avLst/>
            <a:gdLst>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7294008 w 12192000"/>
              <a:gd name="connsiteY10" fmla="*/ 2210393 h 4463002"/>
              <a:gd name="connsiteX11" fmla="*/ 6051190 w 12192000"/>
              <a:gd name="connsiteY11" fmla="*/ 2210393 h 4463002"/>
              <a:gd name="connsiteX12" fmla="*/ 5343524 w 12192000"/>
              <a:gd name="connsiteY12" fmla="*/ 2210393 h 4463002"/>
              <a:gd name="connsiteX13" fmla="*/ 5343524 w 12192000"/>
              <a:gd name="connsiteY13" fmla="*/ 2209238 h 4463002"/>
              <a:gd name="connsiteX14" fmla="*/ 0 w 12192000"/>
              <a:gd name="connsiteY14" fmla="*/ 2209238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7294008 w 12192000"/>
              <a:gd name="connsiteY10" fmla="*/ 2210393 h 4463002"/>
              <a:gd name="connsiteX11" fmla="*/ 5343524 w 12192000"/>
              <a:gd name="connsiteY11" fmla="*/ 2210393 h 4463002"/>
              <a:gd name="connsiteX12" fmla="*/ 5343524 w 12192000"/>
              <a:gd name="connsiteY12" fmla="*/ 2209238 h 4463002"/>
              <a:gd name="connsiteX13" fmla="*/ 0 w 12192000"/>
              <a:gd name="connsiteY13" fmla="*/ 2209238 h 4463002"/>
              <a:gd name="connsiteX14" fmla="*/ 0 w 12192000"/>
              <a:gd name="connsiteY14"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7449050 w 12192000"/>
              <a:gd name="connsiteY9" fmla="*/ 2210393 h 4463002"/>
              <a:gd name="connsiteX10" fmla="*/ 5343524 w 12192000"/>
              <a:gd name="connsiteY10" fmla="*/ 2210393 h 4463002"/>
              <a:gd name="connsiteX11" fmla="*/ 5343524 w 12192000"/>
              <a:gd name="connsiteY11" fmla="*/ 2209238 h 4463002"/>
              <a:gd name="connsiteX12" fmla="*/ 0 w 12192000"/>
              <a:gd name="connsiteY12" fmla="*/ 2209238 h 4463002"/>
              <a:gd name="connsiteX13" fmla="*/ 0 w 12192000"/>
              <a:gd name="connsiteY13"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8245750 w 12192000"/>
              <a:gd name="connsiteY8" fmla="*/ 2210393 h 4463002"/>
              <a:gd name="connsiteX9" fmla="*/ 5343524 w 12192000"/>
              <a:gd name="connsiteY9" fmla="*/ 2210393 h 4463002"/>
              <a:gd name="connsiteX10" fmla="*/ 5343524 w 12192000"/>
              <a:gd name="connsiteY10" fmla="*/ 2209238 h 4463002"/>
              <a:gd name="connsiteX11" fmla="*/ 0 w 12192000"/>
              <a:gd name="connsiteY11" fmla="*/ 2209238 h 4463002"/>
              <a:gd name="connsiteX12" fmla="*/ 0 w 12192000"/>
              <a:gd name="connsiteY12"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5343524 w 12192000"/>
              <a:gd name="connsiteY8" fmla="*/ 2210393 h 4463002"/>
              <a:gd name="connsiteX9" fmla="*/ 5343524 w 12192000"/>
              <a:gd name="connsiteY9" fmla="*/ 2209238 h 4463002"/>
              <a:gd name="connsiteX10" fmla="*/ 0 w 12192000"/>
              <a:gd name="connsiteY10" fmla="*/ 2209238 h 4463002"/>
              <a:gd name="connsiteX11" fmla="*/ 0 w 12192000"/>
              <a:gd name="connsiteY11"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5343524 w 12192000"/>
              <a:gd name="connsiteY8" fmla="*/ 2210393 h 4463002"/>
              <a:gd name="connsiteX9" fmla="*/ 0 w 12192000"/>
              <a:gd name="connsiteY9" fmla="*/ 2209238 h 4463002"/>
              <a:gd name="connsiteX10" fmla="*/ 0 w 12192000"/>
              <a:gd name="connsiteY10"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9747766 w 12192000"/>
              <a:gd name="connsiteY7" fmla="*/ 2210393 h 4463002"/>
              <a:gd name="connsiteX8" fmla="*/ 0 w 12192000"/>
              <a:gd name="connsiteY8" fmla="*/ 2209238 h 4463002"/>
              <a:gd name="connsiteX9" fmla="*/ 0 w 12192000"/>
              <a:gd name="connsiteY9" fmla="*/ 0 h 4463002"/>
              <a:gd name="connsiteX0" fmla="*/ 0 w 12192000"/>
              <a:gd name="connsiteY0" fmla="*/ 0 h 4463002"/>
              <a:gd name="connsiteX1" fmla="*/ 12192000 w 12192000"/>
              <a:gd name="connsiteY1" fmla="*/ 0 h 4463002"/>
              <a:gd name="connsiteX2" fmla="*/ 12192000 w 12192000"/>
              <a:gd name="connsiteY2" fmla="*/ 4463002 h 4463002"/>
              <a:gd name="connsiteX3" fmla="*/ 12190378 w 12192000"/>
              <a:gd name="connsiteY3" fmla="*/ 4428749 h 4463002"/>
              <a:gd name="connsiteX4" fmla="*/ 9998648 w 12192000"/>
              <a:gd name="connsiteY4" fmla="*/ 2223060 h 4463002"/>
              <a:gd name="connsiteX5" fmla="*/ 9764803 w 12192000"/>
              <a:gd name="connsiteY5" fmla="*/ 2211252 h 4463002"/>
              <a:gd name="connsiteX6" fmla="*/ 9764803 w 12192000"/>
              <a:gd name="connsiteY6" fmla="*/ 2210393 h 4463002"/>
              <a:gd name="connsiteX7" fmla="*/ 0 w 12192000"/>
              <a:gd name="connsiteY7" fmla="*/ 2209238 h 4463002"/>
              <a:gd name="connsiteX8" fmla="*/ 0 w 12192000"/>
              <a:gd name="connsiteY8" fmla="*/ 0 h 446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4463002">
                <a:moveTo>
                  <a:pt x="0" y="0"/>
                </a:moveTo>
                <a:lnTo>
                  <a:pt x="12192000" y="0"/>
                </a:lnTo>
                <a:lnTo>
                  <a:pt x="12192000" y="4463002"/>
                </a:lnTo>
                <a:cubicBezTo>
                  <a:pt x="12191459" y="4451584"/>
                  <a:pt x="12190919" y="4440167"/>
                  <a:pt x="12190378" y="4428749"/>
                </a:cubicBezTo>
                <a:cubicBezTo>
                  <a:pt x="12079768" y="3266647"/>
                  <a:pt x="11158638" y="2340865"/>
                  <a:pt x="9998648" y="2223060"/>
                </a:cubicBezTo>
                <a:lnTo>
                  <a:pt x="9764803" y="2211252"/>
                </a:lnTo>
                <a:lnTo>
                  <a:pt x="9764803" y="2210393"/>
                </a:lnTo>
                <a:lnTo>
                  <a:pt x="0" y="2209238"/>
                </a:lnTo>
                <a:lnTo>
                  <a:pt x="0" y="0"/>
                </a:lnTo>
                <a:close/>
              </a:path>
            </a:pathLst>
          </a:custGeom>
          <a:solidFill>
            <a:schemeClr val="accent2">
              <a:lumMod val="75000"/>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le 1">
            <a:extLst>
              <a:ext uri="{FF2B5EF4-FFF2-40B4-BE49-F238E27FC236}">
                <a16:creationId xmlns:a16="http://schemas.microsoft.com/office/drawing/2014/main" xmlns="" id="{21E215A6-E6FC-4D5A-9881-E87CC750741B}"/>
              </a:ext>
            </a:extLst>
          </p:cNvPr>
          <p:cNvSpPr>
            <a:spLocks noGrp="1"/>
          </p:cNvSpPr>
          <p:nvPr>
            <p:ph type="title"/>
          </p:nvPr>
        </p:nvSpPr>
        <p:spPr>
          <a:xfrm>
            <a:off x="2743200" y="1"/>
            <a:ext cx="9432315" cy="2198972"/>
          </a:xfrm>
          <a:custGeom>
            <a:avLst/>
            <a:gdLst>
              <a:gd name="connsiteX0" fmla="*/ 0 w 10240035"/>
              <a:gd name="connsiteY0" fmla="*/ 0 h 2198971"/>
              <a:gd name="connsiteX1" fmla="*/ 10240035 w 10240035"/>
              <a:gd name="connsiteY1" fmla="*/ 0 h 2198971"/>
              <a:gd name="connsiteX2" fmla="*/ 10240035 w 10240035"/>
              <a:gd name="connsiteY2" fmla="*/ 0 h 2198971"/>
              <a:gd name="connsiteX3" fmla="*/ 10240035 w 10240035"/>
              <a:gd name="connsiteY3" fmla="*/ 1099486 h 2198971"/>
              <a:gd name="connsiteX4" fmla="*/ 9140549 w 10240035"/>
              <a:gd name="connsiteY4" fmla="*/ 2198972 h 2198971"/>
              <a:gd name="connsiteX5" fmla="*/ 1099486 w 10240035"/>
              <a:gd name="connsiteY5" fmla="*/ 2198971 h 2198971"/>
              <a:gd name="connsiteX6" fmla="*/ 0 w 10240035"/>
              <a:gd name="connsiteY6" fmla="*/ 1099485 h 2198971"/>
              <a:gd name="connsiteX7" fmla="*/ 0 w 10240035"/>
              <a:gd name="connsiteY7" fmla="*/ 0 h 2198971"/>
              <a:gd name="connsiteX8" fmla="*/ 0 w 10240035"/>
              <a:gd name="connsiteY8" fmla="*/ 0 h 2198971"/>
              <a:gd name="connsiteX0" fmla="*/ 0 w 10240035"/>
              <a:gd name="connsiteY0" fmla="*/ 0 h 2198972"/>
              <a:gd name="connsiteX1" fmla="*/ 10240035 w 10240035"/>
              <a:gd name="connsiteY1" fmla="*/ 0 h 2198972"/>
              <a:gd name="connsiteX2" fmla="*/ 10240035 w 10240035"/>
              <a:gd name="connsiteY2" fmla="*/ 0 h 2198972"/>
              <a:gd name="connsiteX3" fmla="*/ 914054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914054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889670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869858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831758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795182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10240035 w 10240035"/>
              <a:gd name="connsiteY2" fmla="*/ 0 h 2198972"/>
              <a:gd name="connsiteX3" fmla="*/ 795182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9371355 w 10240035"/>
              <a:gd name="connsiteY2" fmla="*/ 152400 h 2198972"/>
              <a:gd name="connsiteX3" fmla="*/ 795182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9371355 w 10240035"/>
              <a:gd name="connsiteY2" fmla="*/ 152400 h 2198972"/>
              <a:gd name="connsiteX3" fmla="*/ 795182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240035"/>
              <a:gd name="connsiteY0" fmla="*/ 0 h 2198972"/>
              <a:gd name="connsiteX1" fmla="*/ 10240035 w 10240035"/>
              <a:gd name="connsiteY1" fmla="*/ 0 h 2198972"/>
              <a:gd name="connsiteX2" fmla="*/ 9371355 w 10240035"/>
              <a:gd name="connsiteY2" fmla="*/ 152400 h 2198972"/>
              <a:gd name="connsiteX3" fmla="*/ 7951829 w 10240035"/>
              <a:gd name="connsiteY3" fmla="*/ 2198972 h 2198972"/>
              <a:gd name="connsiteX4" fmla="*/ 1099486 w 10240035"/>
              <a:gd name="connsiteY4" fmla="*/ 2198971 h 2198972"/>
              <a:gd name="connsiteX5" fmla="*/ 0 w 10240035"/>
              <a:gd name="connsiteY5" fmla="*/ 1099485 h 2198972"/>
              <a:gd name="connsiteX6" fmla="*/ 0 w 10240035"/>
              <a:gd name="connsiteY6" fmla="*/ 0 h 2198972"/>
              <a:gd name="connsiteX7" fmla="*/ 0 w 10240035"/>
              <a:gd name="connsiteY7" fmla="*/ 0 h 2198972"/>
              <a:gd name="connsiteX0" fmla="*/ 0 w 10661291"/>
              <a:gd name="connsiteY0" fmla="*/ 0 h 2198972"/>
              <a:gd name="connsiteX1" fmla="*/ 10240035 w 10661291"/>
              <a:gd name="connsiteY1" fmla="*/ 0 h 2198972"/>
              <a:gd name="connsiteX2" fmla="*/ 7951829 w 10661291"/>
              <a:gd name="connsiteY2" fmla="*/ 2198972 h 2198972"/>
              <a:gd name="connsiteX3" fmla="*/ 1099486 w 10661291"/>
              <a:gd name="connsiteY3" fmla="*/ 2198971 h 2198972"/>
              <a:gd name="connsiteX4" fmla="*/ 0 w 10661291"/>
              <a:gd name="connsiteY4" fmla="*/ 1099485 h 2198972"/>
              <a:gd name="connsiteX5" fmla="*/ 0 w 10661291"/>
              <a:gd name="connsiteY5" fmla="*/ 0 h 2198972"/>
              <a:gd name="connsiteX6" fmla="*/ 0 w 10661291"/>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1099485 h 2198972"/>
              <a:gd name="connsiteX5" fmla="*/ 0 w 10240035"/>
              <a:gd name="connsiteY5" fmla="*/ 0 h 2198972"/>
              <a:gd name="connsiteX6" fmla="*/ 0 w 10240035"/>
              <a:gd name="connsiteY6" fmla="*/ 0 h 2198972"/>
              <a:gd name="connsiteX0" fmla="*/ 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0 h 2198972"/>
              <a:gd name="connsiteX5" fmla="*/ 0 w 10240035"/>
              <a:gd name="connsiteY5" fmla="*/ 0 h 2198972"/>
              <a:gd name="connsiteX0" fmla="*/ 807720 w 10240035"/>
              <a:gd name="connsiteY0" fmla="*/ 0 h 2198972"/>
              <a:gd name="connsiteX1" fmla="*/ 10240035 w 10240035"/>
              <a:gd name="connsiteY1" fmla="*/ 0 h 2198972"/>
              <a:gd name="connsiteX2" fmla="*/ 7951829 w 10240035"/>
              <a:gd name="connsiteY2" fmla="*/ 2198972 h 2198972"/>
              <a:gd name="connsiteX3" fmla="*/ 1099486 w 10240035"/>
              <a:gd name="connsiteY3" fmla="*/ 2198971 h 2198972"/>
              <a:gd name="connsiteX4" fmla="*/ 0 w 10240035"/>
              <a:gd name="connsiteY4" fmla="*/ 0 h 2198972"/>
              <a:gd name="connsiteX5" fmla="*/ 807720 w 10240035"/>
              <a:gd name="connsiteY5" fmla="*/ 0 h 2198972"/>
              <a:gd name="connsiteX0" fmla="*/ 900020 w 10332335"/>
              <a:gd name="connsiteY0" fmla="*/ 0 h 2198972"/>
              <a:gd name="connsiteX1" fmla="*/ 10332335 w 10332335"/>
              <a:gd name="connsiteY1" fmla="*/ 0 h 2198972"/>
              <a:gd name="connsiteX2" fmla="*/ 8044129 w 10332335"/>
              <a:gd name="connsiteY2" fmla="*/ 2198972 h 2198972"/>
              <a:gd name="connsiteX3" fmla="*/ 1191786 w 10332335"/>
              <a:gd name="connsiteY3" fmla="*/ 2198971 h 2198972"/>
              <a:gd name="connsiteX4" fmla="*/ 900020 w 10332335"/>
              <a:gd name="connsiteY4" fmla="*/ 0 h 2198972"/>
              <a:gd name="connsiteX0" fmla="*/ 325154 w 9757469"/>
              <a:gd name="connsiteY0" fmla="*/ 0 h 2198972"/>
              <a:gd name="connsiteX1" fmla="*/ 9757469 w 9757469"/>
              <a:gd name="connsiteY1" fmla="*/ 0 h 2198972"/>
              <a:gd name="connsiteX2" fmla="*/ 7469263 w 9757469"/>
              <a:gd name="connsiteY2" fmla="*/ 2198972 h 2198972"/>
              <a:gd name="connsiteX3" fmla="*/ 616920 w 9757469"/>
              <a:gd name="connsiteY3" fmla="*/ 2198971 h 2198972"/>
              <a:gd name="connsiteX4" fmla="*/ 325154 w 9757469"/>
              <a:gd name="connsiteY4" fmla="*/ 0 h 2198972"/>
              <a:gd name="connsiteX0" fmla="*/ 0 w 9432315"/>
              <a:gd name="connsiteY0" fmla="*/ 0 h 2198972"/>
              <a:gd name="connsiteX1" fmla="*/ 9432315 w 9432315"/>
              <a:gd name="connsiteY1" fmla="*/ 0 h 2198972"/>
              <a:gd name="connsiteX2" fmla="*/ 7144109 w 9432315"/>
              <a:gd name="connsiteY2" fmla="*/ 2198972 h 2198972"/>
              <a:gd name="connsiteX3" fmla="*/ 291766 w 9432315"/>
              <a:gd name="connsiteY3" fmla="*/ 2198971 h 2198972"/>
              <a:gd name="connsiteX4" fmla="*/ 0 w 9432315"/>
              <a:gd name="connsiteY4" fmla="*/ 0 h 2198972"/>
              <a:gd name="connsiteX0" fmla="*/ 69347 w 9501662"/>
              <a:gd name="connsiteY0" fmla="*/ 0 h 2198972"/>
              <a:gd name="connsiteX1" fmla="*/ 9501662 w 9501662"/>
              <a:gd name="connsiteY1" fmla="*/ 0 h 2198972"/>
              <a:gd name="connsiteX2" fmla="*/ 7213456 w 9501662"/>
              <a:gd name="connsiteY2" fmla="*/ 2198972 h 2198972"/>
              <a:gd name="connsiteX3" fmla="*/ 86793 w 9501662"/>
              <a:gd name="connsiteY3" fmla="*/ 2198971 h 2198972"/>
              <a:gd name="connsiteX4" fmla="*/ 69347 w 9501662"/>
              <a:gd name="connsiteY4" fmla="*/ 0 h 2198972"/>
              <a:gd name="connsiteX0" fmla="*/ 0 w 9432315"/>
              <a:gd name="connsiteY0" fmla="*/ 0 h 2198972"/>
              <a:gd name="connsiteX1" fmla="*/ 9432315 w 9432315"/>
              <a:gd name="connsiteY1" fmla="*/ 0 h 2198972"/>
              <a:gd name="connsiteX2" fmla="*/ 7144109 w 9432315"/>
              <a:gd name="connsiteY2" fmla="*/ 2198972 h 2198972"/>
              <a:gd name="connsiteX3" fmla="*/ 17446 w 9432315"/>
              <a:gd name="connsiteY3" fmla="*/ 2198971 h 2198972"/>
              <a:gd name="connsiteX4" fmla="*/ 0 w 9432315"/>
              <a:gd name="connsiteY4" fmla="*/ 0 h 2198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2315" h="2198972">
                <a:moveTo>
                  <a:pt x="0" y="0"/>
                </a:moveTo>
                <a:lnTo>
                  <a:pt x="9432315" y="0"/>
                </a:lnTo>
                <a:cubicBezTo>
                  <a:pt x="9248860" y="1235175"/>
                  <a:pt x="8210334" y="2137277"/>
                  <a:pt x="7144109" y="2198972"/>
                </a:cubicBezTo>
                <a:lnTo>
                  <a:pt x="17446" y="2198971"/>
                </a:lnTo>
                <a:cubicBezTo>
                  <a:pt x="30721" y="1146676"/>
                  <a:pt x="575" y="838935"/>
                  <a:pt x="0" y="0"/>
                </a:cubicBezTo>
                <a:close/>
              </a:path>
            </a:pathLst>
          </a:custGeom>
          <a:solidFill>
            <a:schemeClr val="accent2">
              <a:alpha val="80000"/>
            </a:schemeClr>
          </a:solidFill>
        </p:spPr>
        <p:txBody>
          <a:bodyPr/>
          <a:lstStyle>
            <a:lvl1pPr marL="548640">
              <a:lnSpc>
                <a:spcPct val="100000"/>
              </a:lnSpc>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18" name="Picture Placeholder 17">
            <a:extLst>
              <a:ext uri="{FF2B5EF4-FFF2-40B4-BE49-F238E27FC236}">
                <a16:creationId xmlns:a16="http://schemas.microsoft.com/office/drawing/2014/main" xmlns="" id="{704EC18E-B48D-4AD7-A5B5-3D57255D1A23}"/>
              </a:ext>
            </a:extLst>
          </p:cNvPr>
          <p:cNvSpPr>
            <a:spLocks noGrp="1"/>
          </p:cNvSpPr>
          <p:nvPr>
            <p:ph type="pic" sz="quarter" idx="13"/>
          </p:nvPr>
        </p:nvSpPr>
        <p:spPr>
          <a:xfrm>
            <a:off x="-16483" y="0"/>
            <a:ext cx="2773332" cy="2202508"/>
          </a:xfrm>
          <a:custGeom>
            <a:avLst/>
            <a:gdLst>
              <a:gd name="connsiteX0" fmla="*/ 0 w 2773332"/>
              <a:gd name="connsiteY0" fmla="*/ 0 h 2202508"/>
              <a:gd name="connsiteX1" fmla="*/ 2773332 w 2773332"/>
              <a:gd name="connsiteY1" fmla="*/ 0 h 2202508"/>
              <a:gd name="connsiteX2" fmla="*/ 2773332 w 2773332"/>
              <a:gd name="connsiteY2" fmla="*/ 2202508 h 2202508"/>
              <a:gd name="connsiteX3" fmla="*/ 0 w 2773332"/>
              <a:gd name="connsiteY3" fmla="*/ 2202508 h 2202508"/>
            </a:gdLst>
            <a:ahLst/>
            <a:cxnLst>
              <a:cxn ang="0">
                <a:pos x="connsiteX0" y="connsiteY0"/>
              </a:cxn>
              <a:cxn ang="0">
                <a:pos x="connsiteX1" y="connsiteY1"/>
              </a:cxn>
              <a:cxn ang="0">
                <a:pos x="connsiteX2" y="connsiteY2"/>
              </a:cxn>
              <a:cxn ang="0">
                <a:pos x="connsiteX3" y="connsiteY3"/>
              </a:cxn>
            </a:cxnLst>
            <a:rect l="l" t="t" r="r" b="b"/>
            <a:pathLst>
              <a:path w="2773332" h="2202508">
                <a:moveTo>
                  <a:pt x="0" y="0"/>
                </a:moveTo>
                <a:lnTo>
                  <a:pt x="2773332" y="0"/>
                </a:lnTo>
                <a:lnTo>
                  <a:pt x="2773332" y="2202508"/>
                </a:lnTo>
                <a:lnTo>
                  <a:pt x="0" y="2202508"/>
                </a:lnTo>
                <a:close/>
              </a:path>
            </a:pathLst>
          </a:custGeom>
          <a:solidFill>
            <a:schemeClr val="accent6"/>
          </a:solidFill>
        </p:spPr>
        <p:txBody>
          <a:bodyPr wrap="square">
            <a:noAutofit/>
          </a:bodyPr>
          <a:lstStyle/>
          <a:p>
            <a:r>
              <a:rPr lang="en-US" dirty="0"/>
              <a:t>Click icon to add picture</a:t>
            </a:r>
          </a:p>
        </p:txBody>
      </p:sp>
      <p:sp>
        <p:nvSpPr>
          <p:cNvPr id="21" name="Picture Placeholder 20">
            <a:extLst>
              <a:ext uri="{FF2B5EF4-FFF2-40B4-BE49-F238E27FC236}">
                <a16:creationId xmlns:a16="http://schemas.microsoft.com/office/drawing/2014/main" xmlns="" id="{FAE5A08C-2BA6-4754-806E-3BEAE8D2EC19}"/>
              </a:ext>
            </a:extLst>
          </p:cNvPr>
          <p:cNvSpPr>
            <a:spLocks noGrp="1"/>
          </p:cNvSpPr>
          <p:nvPr>
            <p:ph type="pic" sz="quarter" idx="14"/>
          </p:nvPr>
        </p:nvSpPr>
        <p:spPr>
          <a:xfrm>
            <a:off x="-16484" y="2202508"/>
            <a:ext cx="2773332" cy="2327746"/>
          </a:xfrm>
          <a:custGeom>
            <a:avLst/>
            <a:gdLst>
              <a:gd name="connsiteX0" fmla="*/ 0 w 2773332"/>
              <a:gd name="connsiteY0" fmla="*/ 0 h 2327746"/>
              <a:gd name="connsiteX1" fmla="*/ 2773332 w 2773332"/>
              <a:gd name="connsiteY1" fmla="*/ 0 h 2327746"/>
              <a:gd name="connsiteX2" fmla="*/ 2773332 w 2773332"/>
              <a:gd name="connsiteY2" fmla="*/ 2327746 h 2327746"/>
              <a:gd name="connsiteX3" fmla="*/ 0 w 2773332"/>
              <a:gd name="connsiteY3" fmla="*/ 2327746 h 2327746"/>
            </a:gdLst>
            <a:ahLst/>
            <a:cxnLst>
              <a:cxn ang="0">
                <a:pos x="connsiteX0" y="connsiteY0"/>
              </a:cxn>
              <a:cxn ang="0">
                <a:pos x="connsiteX1" y="connsiteY1"/>
              </a:cxn>
              <a:cxn ang="0">
                <a:pos x="connsiteX2" y="connsiteY2"/>
              </a:cxn>
              <a:cxn ang="0">
                <a:pos x="connsiteX3" y="connsiteY3"/>
              </a:cxn>
            </a:cxnLst>
            <a:rect l="l" t="t" r="r" b="b"/>
            <a:pathLst>
              <a:path w="2773332" h="2327746">
                <a:moveTo>
                  <a:pt x="0" y="0"/>
                </a:moveTo>
                <a:lnTo>
                  <a:pt x="2773332" y="0"/>
                </a:lnTo>
                <a:lnTo>
                  <a:pt x="2773332" y="2327746"/>
                </a:lnTo>
                <a:lnTo>
                  <a:pt x="0" y="2327746"/>
                </a:lnTo>
                <a:close/>
              </a:path>
            </a:pathLst>
          </a:custGeom>
          <a:solidFill>
            <a:schemeClr val="accent6">
              <a:lumMod val="60000"/>
              <a:lumOff val="40000"/>
            </a:schemeClr>
          </a:solidFill>
        </p:spPr>
        <p:txBody>
          <a:bodyPr wrap="square">
            <a:noAutofit/>
          </a:bodyPr>
          <a:lstStyle/>
          <a:p>
            <a:r>
              <a:rPr lang="en-US" dirty="0"/>
              <a:t>Click icon to add picture</a:t>
            </a:r>
          </a:p>
        </p:txBody>
      </p:sp>
      <p:sp>
        <p:nvSpPr>
          <p:cNvPr id="25" name="Picture Placeholder 24">
            <a:extLst>
              <a:ext uri="{FF2B5EF4-FFF2-40B4-BE49-F238E27FC236}">
                <a16:creationId xmlns:a16="http://schemas.microsoft.com/office/drawing/2014/main" xmlns="" id="{BBE1FA0E-416C-4623-840A-A04A5237BCF4}"/>
              </a:ext>
            </a:extLst>
          </p:cNvPr>
          <p:cNvSpPr>
            <a:spLocks noGrp="1"/>
          </p:cNvSpPr>
          <p:nvPr>
            <p:ph type="pic" sz="quarter" idx="15"/>
          </p:nvPr>
        </p:nvSpPr>
        <p:spPr>
          <a:xfrm>
            <a:off x="-16484" y="4530254"/>
            <a:ext cx="2773332" cy="2327746"/>
          </a:xfrm>
          <a:custGeom>
            <a:avLst/>
            <a:gdLst>
              <a:gd name="connsiteX0" fmla="*/ 0 w 2773332"/>
              <a:gd name="connsiteY0" fmla="*/ 0 h 2327746"/>
              <a:gd name="connsiteX1" fmla="*/ 2773332 w 2773332"/>
              <a:gd name="connsiteY1" fmla="*/ 0 h 2327746"/>
              <a:gd name="connsiteX2" fmla="*/ 2773332 w 2773332"/>
              <a:gd name="connsiteY2" fmla="*/ 2327746 h 2327746"/>
              <a:gd name="connsiteX3" fmla="*/ 0 w 2773332"/>
              <a:gd name="connsiteY3" fmla="*/ 2327746 h 2327746"/>
            </a:gdLst>
            <a:ahLst/>
            <a:cxnLst>
              <a:cxn ang="0">
                <a:pos x="connsiteX0" y="connsiteY0"/>
              </a:cxn>
              <a:cxn ang="0">
                <a:pos x="connsiteX1" y="connsiteY1"/>
              </a:cxn>
              <a:cxn ang="0">
                <a:pos x="connsiteX2" y="connsiteY2"/>
              </a:cxn>
              <a:cxn ang="0">
                <a:pos x="connsiteX3" y="connsiteY3"/>
              </a:cxn>
            </a:cxnLst>
            <a:rect l="l" t="t" r="r" b="b"/>
            <a:pathLst>
              <a:path w="2773332" h="2327746">
                <a:moveTo>
                  <a:pt x="0" y="0"/>
                </a:moveTo>
                <a:lnTo>
                  <a:pt x="2773332" y="0"/>
                </a:lnTo>
                <a:lnTo>
                  <a:pt x="2773332" y="2327746"/>
                </a:lnTo>
                <a:lnTo>
                  <a:pt x="0" y="2327746"/>
                </a:lnTo>
                <a:close/>
              </a:path>
            </a:pathLst>
          </a:custGeom>
          <a:solidFill>
            <a:schemeClr val="accent6"/>
          </a:solidFill>
        </p:spPr>
        <p:txBody>
          <a:bodyPr wrap="square">
            <a:noAutofit/>
          </a:bodyPr>
          <a:lstStyle/>
          <a:p>
            <a:r>
              <a:rPr lang="en-US" dirty="0"/>
              <a:t>Click icon to add picture</a:t>
            </a:r>
          </a:p>
        </p:txBody>
      </p:sp>
      <p:sp>
        <p:nvSpPr>
          <p:cNvPr id="17" name="Content Placeholder 2">
            <a:extLst>
              <a:ext uri="{FF2B5EF4-FFF2-40B4-BE49-F238E27FC236}">
                <a16:creationId xmlns:a16="http://schemas.microsoft.com/office/drawing/2014/main" xmlns="" id="{03BD1FF0-3229-401F-AEC3-09AE70428EF2}"/>
              </a:ext>
            </a:extLst>
          </p:cNvPr>
          <p:cNvSpPr>
            <a:spLocks noGrp="1"/>
          </p:cNvSpPr>
          <p:nvPr>
            <p:ph idx="1"/>
          </p:nvPr>
        </p:nvSpPr>
        <p:spPr>
          <a:xfrm>
            <a:off x="3352800" y="2794177"/>
            <a:ext cx="7476460" cy="3382786"/>
          </a:xfrm>
        </p:spPr>
        <p:txBody>
          <a:bodyPr/>
          <a:lstStyle>
            <a:lvl1pPr marL="0" indent="0">
              <a:buNone/>
              <a:defRPr/>
            </a:lvl1pPr>
          </a:lstStyle>
          <a:p>
            <a:pPr lvl="0"/>
            <a:r>
              <a:rPr lang="en-US"/>
              <a:t>Click to edit Master text styles</a:t>
            </a:r>
          </a:p>
        </p:txBody>
      </p:sp>
      <p:sp>
        <p:nvSpPr>
          <p:cNvPr id="3" name="Footer Placeholder 2">
            <a:extLst>
              <a:ext uri="{FF2B5EF4-FFF2-40B4-BE49-F238E27FC236}">
                <a16:creationId xmlns:a16="http://schemas.microsoft.com/office/drawing/2014/main" xmlns="" id="{C9753C5C-8415-4BF0-810D-A4C22F695ECF}"/>
              </a:ext>
            </a:extLst>
          </p:cNvPr>
          <p:cNvSpPr>
            <a:spLocks noGrp="1"/>
          </p:cNvSpPr>
          <p:nvPr>
            <p:ph type="ftr" sz="quarter" idx="11"/>
          </p:nvPr>
        </p:nvSpPr>
        <p:spPr/>
        <p:txBody>
          <a:bodyPr/>
          <a:lstStyle>
            <a:lvl1pPr>
              <a:defRPr>
                <a:solidFill>
                  <a:schemeClr val="bg2"/>
                </a:solidFill>
              </a:defRPr>
            </a:lvl1pPr>
          </a:lstStyle>
          <a:p>
            <a:r>
              <a:rPr lang="en-US" dirty="0"/>
              <a:t>Sample Footer Text</a:t>
            </a:r>
          </a:p>
        </p:txBody>
      </p:sp>
      <p:sp>
        <p:nvSpPr>
          <p:cNvPr id="2" name="Date Placeholder 1">
            <a:extLst>
              <a:ext uri="{FF2B5EF4-FFF2-40B4-BE49-F238E27FC236}">
                <a16:creationId xmlns:a16="http://schemas.microsoft.com/office/drawing/2014/main" xmlns="" id="{2A2485D4-41D3-4182-8DFE-2E0713EC0B8A}"/>
              </a:ext>
            </a:extLst>
          </p:cNvPr>
          <p:cNvSpPr>
            <a:spLocks noGrp="1"/>
          </p:cNvSpPr>
          <p:nvPr>
            <p:ph type="dt" sz="half" idx="10"/>
          </p:nvPr>
        </p:nvSpPr>
        <p:spPr/>
        <p:txBody>
          <a:bodyPr/>
          <a:lstStyle>
            <a:lvl1pPr>
              <a:defRPr>
                <a:solidFill>
                  <a:schemeClr val="accent2"/>
                </a:solidFill>
              </a:defRPr>
            </a:lvl1pPr>
          </a:lstStyle>
          <a:p>
            <a:r>
              <a:rPr lang="en-US" dirty="0"/>
              <a:t>2/8/20XX</a:t>
            </a:r>
          </a:p>
        </p:txBody>
      </p:sp>
      <p:sp>
        <p:nvSpPr>
          <p:cNvPr id="4" name="Slide Number Placeholder 3">
            <a:extLst>
              <a:ext uri="{FF2B5EF4-FFF2-40B4-BE49-F238E27FC236}">
                <a16:creationId xmlns:a16="http://schemas.microsoft.com/office/drawing/2014/main" xmlns="" id="{545EBFEA-4321-48C4-9CA1-43517540C698}"/>
              </a:ext>
            </a:extLst>
          </p:cNvPr>
          <p:cNvSpPr>
            <a:spLocks noGrp="1"/>
          </p:cNvSpPr>
          <p:nvPr>
            <p:ph type="sldNum" sz="quarter" idx="12"/>
          </p:nvPr>
        </p:nvSpPr>
        <p:spPr/>
        <p:txBody>
          <a:bodyPr/>
          <a:lstStyle>
            <a:lvl1pPr>
              <a:defRPr>
                <a:solidFill>
                  <a:schemeClr val="accent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080524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break">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xmlns="" id="{C755B30B-7677-4AAC-9890-81A7EFF6BF47}"/>
              </a:ext>
              <a:ext uri="{C183D7F6-B498-43B3-948B-1728B52AA6E4}">
                <adec:decorative xmlns:adec="http://schemas.microsoft.com/office/drawing/2017/decorative" xmlns=""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xmlns="" id="{36E5F686-1654-4CE7-8DA0-0D626B36E1E9}"/>
              </a:ext>
              <a:ext uri="{C183D7F6-B498-43B3-948B-1728B52AA6E4}">
                <adec:decorative xmlns:adec="http://schemas.microsoft.com/office/drawing/2017/decorative" xmlns="" val="1"/>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xmlns="" id="{CAA6281C-6C47-45BE-9BDA-1518A016E938}"/>
              </a:ext>
            </a:extLst>
          </p:cNvPr>
          <p:cNvSpPr>
            <a:spLocks noGrp="1"/>
          </p:cNvSpPr>
          <p:nvPr>
            <p:ph type="ctrTitle"/>
          </p:nvPr>
        </p:nvSpPr>
        <p:spPr>
          <a:xfrm>
            <a:off x="914400" y="685798"/>
            <a:ext cx="4770783" cy="3217461"/>
          </a:xfrm>
        </p:spPr>
        <p:txBody>
          <a:bodyPr>
            <a:normAutofit/>
          </a:bodyPr>
          <a:lstStyle>
            <a:lvl1pPr>
              <a:defRPr>
                <a:solidFill>
                  <a:schemeClr val="bg2"/>
                </a:solidFill>
              </a:defRPr>
            </a:lvl1pPr>
          </a:lstStyle>
          <a:p>
            <a:pPr algn="l"/>
            <a:r>
              <a:rPr lang="en-US">
                <a:solidFill>
                  <a:srgbClr val="FFFFFF"/>
                </a:solidFill>
              </a:rPr>
              <a:t>Click to edit Master title style</a:t>
            </a:r>
            <a:endParaRPr lang="en-US" dirty="0">
              <a:solidFill>
                <a:srgbClr val="FFFFFF"/>
              </a:solidFill>
            </a:endParaRPr>
          </a:p>
        </p:txBody>
      </p:sp>
      <p:sp>
        <p:nvSpPr>
          <p:cNvPr id="15" name="Picture Placeholder 14">
            <a:extLst>
              <a:ext uri="{FF2B5EF4-FFF2-40B4-BE49-F238E27FC236}">
                <a16:creationId xmlns:a16="http://schemas.microsoft.com/office/drawing/2014/main" xmlns="" id="{AC1FE5B8-D695-49EA-BEA4-B9282CC4EF89}"/>
              </a:ext>
            </a:extLst>
          </p:cNvPr>
          <p:cNvSpPr>
            <a:spLocks noGrp="1"/>
          </p:cNvSpPr>
          <p:nvPr>
            <p:ph type="pic" sz="quarter" idx="13"/>
          </p:nvPr>
        </p:nvSpPr>
        <p:spPr>
          <a:xfrm>
            <a:off x="6057901" y="1"/>
            <a:ext cx="6134099" cy="6857999"/>
          </a:xfrm>
          <a:custGeom>
            <a:avLst/>
            <a:gdLst>
              <a:gd name="connsiteX0" fmla="*/ 2378699 w 6134099"/>
              <a:gd name="connsiteY0" fmla="*/ 0 h 6857999"/>
              <a:gd name="connsiteX1" fmla="*/ 6134099 w 6134099"/>
              <a:gd name="connsiteY1" fmla="*/ 0 h 6857999"/>
              <a:gd name="connsiteX2" fmla="*/ 6134099 w 6134099"/>
              <a:gd name="connsiteY2" fmla="*/ 6857999 h 6857999"/>
              <a:gd name="connsiteX3" fmla="*/ 2401766 w 6134099"/>
              <a:gd name="connsiteY3" fmla="*/ 6857999 h 6857999"/>
              <a:gd name="connsiteX4" fmla="*/ 2397402 w 6134099"/>
              <a:gd name="connsiteY4" fmla="*/ 6856523 h 6857999"/>
              <a:gd name="connsiteX5" fmla="*/ 0 w 6134099"/>
              <a:gd name="connsiteY5" fmla="*/ 3424574 h 6857999"/>
              <a:gd name="connsiteX6" fmla="*/ 2231484 w 6134099"/>
              <a:gd name="connsiteY6" fmla="*/ 5804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34099" h="6857999">
                <a:moveTo>
                  <a:pt x="2378699" y="0"/>
                </a:moveTo>
                <a:lnTo>
                  <a:pt x="6134099" y="0"/>
                </a:lnTo>
                <a:lnTo>
                  <a:pt x="6134099" y="6857999"/>
                </a:lnTo>
                <a:lnTo>
                  <a:pt x="2401766" y="6857999"/>
                </a:lnTo>
                <a:lnTo>
                  <a:pt x="2397402" y="6856523"/>
                </a:lnTo>
                <a:cubicBezTo>
                  <a:pt x="998410" y="6344283"/>
                  <a:pt x="0" y="5001024"/>
                  <a:pt x="0" y="3424574"/>
                </a:cubicBezTo>
                <a:cubicBezTo>
                  <a:pt x="0" y="1911182"/>
                  <a:pt x="920134" y="612699"/>
                  <a:pt x="2231484" y="58045"/>
                </a:cubicBezTo>
                <a:close/>
              </a:path>
            </a:pathLst>
          </a:custGeom>
          <a:solidFill>
            <a:schemeClr val="accent6"/>
          </a:solidFill>
        </p:spPr>
        <p:txBody>
          <a:bodyPr wrap="square" anchor="ctr">
            <a:noAutofit/>
          </a:bodyPr>
          <a:lstStyle>
            <a:lvl1pPr algn="ctr">
              <a:defRPr/>
            </a:lvl1pPr>
          </a:lstStyle>
          <a:p>
            <a:r>
              <a:rPr lang="en-US" dirty="0"/>
              <a:t>Click icon to add picture</a:t>
            </a:r>
          </a:p>
        </p:txBody>
      </p:sp>
      <p:sp>
        <p:nvSpPr>
          <p:cNvPr id="14" name="Subtitle 2">
            <a:extLst>
              <a:ext uri="{FF2B5EF4-FFF2-40B4-BE49-F238E27FC236}">
                <a16:creationId xmlns:a16="http://schemas.microsoft.com/office/drawing/2014/main" xmlns="" id="{E24FC61A-6DA9-444C-9D55-2FE464BD581F}"/>
              </a:ext>
            </a:extLst>
          </p:cNvPr>
          <p:cNvSpPr>
            <a:spLocks noGrp="1"/>
          </p:cNvSpPr>
          <p:nvPr>
            <p:ph type="subTitle" idx="1"/>
          </p:nvPr>
        </p:nvSpPr>
        <p:spPr>
          <a:xfrm>
            <a:off x="0" y="4327140"/>
            <a:ext cx="11576868" cy="2530860"/>
          </a:xfrm>
          <a:custGeom>
            <a:avLst/>
            <a:gdLst>
              <a:gd name="connsiteX0" fmla="*/ 0 w 11576868"/>
              <a:gd name="connsiteY0" fmla="*/ 0 h 2500380"/>
              <a:gd name="connsiteX1" fmla="*/ 10326678 w 11576868"/>
              <a:gd name="connsiteY1" fmla="*/ 0 h 2500380"/>
              <a:gd name="connsiteX2" fmla="*/ 11576868 w 11576868"/>
              <a:gd name="connsiteY2" fmla="*/ 1250190 h 2500380"/>
              <a:gd name="connsiteX3" fmla="*/ 11576868 w 11576868"/>
              <a:gd name="connsiteY3" fmla="*/ 2500380 h 2500380"/>
              <a:gd name="connsiteX4" fmla="*/ 0 w 11576868"/>
              <a:gd name="connsiteY4" fmla="*/ 2500380 h 2500380"/>
              <a:gd name="connsiteX5" fmla="*/ 0 w 11576868"/>
              <a:gd name="connsiteY5" fmla="*/ 0 h 2500380"/>
              <a:gd name="connsiteX0" fmla="*/ 0 w 12449160"/>
              <a:gd name="connsiteY0" fmla="*/ 0 h 2500380"/>
              <a:gd name="connsiteX1" fmla="*/ 10326678 w 12449160"/>
              <a:gd name="connsiteY1" fmla="*/ 0 h 2500380"/>
              <a:gd name="connsiteX2" fmla="*/ 11576868 w 12449160"/>
              <a:gd name="connsiteY2" fmla="*/ 2500380 h 2500380"/>
              <a:gd name="connsiteX3" fmla="*/ 0 w 12449160"/>
              <a:gd name="connsiteY3" fmla="*/ 2500380 h 2500380"/>
              <a:gd name="connsiteX4" fmla="*/ 0 w 12449160"/>
              <a:gd name="connsiteY4" fmla="*/ 0 h 2500380"/>
              <a:gd name="connsiteX0" fmla="*/ 0 w 11640738"/>
              <a:gd name="connsiteY0" fmla="*/ 0 h 2500380"/>
              <a:gd name="connsiteX1" fmla="*/ 10326678 w 11640738"/>
              <a:gd name="connsiteY1" fmla="*/ 0 h 2500380"/>
              <a:gd name="connsiteX2" fmla="*/ 11576868 w 11640738"/>
              <a:gd name="connsiteY2" fmla="*/ 2500380 h 2500380"/>
              <a:gd name="connsiteX3" fmla="*/ 0 w 11640738"/>
              <a:gd name="connsiteY3" fmla="*/ 2500380 h 2500380"/>
              <a:gd name="connsiteX4" fmla="*/ 0 w 11640738"/>
              <a:gd name="connsiteY4" fmla="*/ 0 h 2500380"/>
              <a:gd name="connsiteX0" fmla="*/ 0 w 11576868"/>
              <a:gd name="connsiteY0" fmla="*/ 0 h 2500380"/>
              <a:gd name="connsiteX1" fmla="*/ 10326678 w 11576868"/>
              <a:gd name="connsiteY1" fmla="*/ 0 h 2500380"/>
              <a:gd name="connsiteX2" fmla="*/ 11576868 w 11576868"/>
              <a:gd name="connsiteY2" fmla="*/ 2500380 h 2500380"/>
              <a:gd name="connsiteX3" fmla="*/ 0 w 11576868"/>
              <a:gd name="connsiteY3" fmla="*/ 2500380 h 2500380"/>
              <a:gd name="connsiteX4" fmla="*/ 0 w 11576868"/>
              <a:gd name="connsiteY4" fmla="*/ 0 h 2500380"/>
              <a:gd name="connsiteX0" fmla="*/ 0 w 11576868"/>
              <a:gd name="connsiteY0" fmla="*/ 0 h 2500380"/>
              <a:gd name="connsiteX1" fmla="*/ 9732318 w 11576868"/>
              <a:gd name="connsiteY1" fmla="*/ 0 h 2500380"/>
              <a:gd name="connsiteX2" fmla="*/ 11576868 w 11576868"/>
              <a:gd name="connsiteY2" fmla="*/ 2500380 h 2500380"/>
              <a:gd name="connsiteX3" fmla="*/ 0 w 11576868"/>
              <a:gd name="connsiteY3" fmla="*/ 2500380 h 2500380"/>
              <a:gd name="connsiteX4" fmla="*/ 0 w 11576868"/>
              <a:gd name="connsiteY4" fmla="*/ 0 h 2500380"/>
              <a:gd name="connsiteX0" fmla="*/ 0 w 11576868"/>
              <a:gd name="connsiteY0" fmla="*/ 0 h 2500380"/>
              <a:gd name="connsiteX1" fmla="*/ 9092238 w 11576868"/>
              <a:gd name="connsiteY1" fmla="*/ 0 h 2500380"/>
              <a:gd name="connsiteX2" fmla="*/ 11576868 w 11576868"/>
              <a:gd name="connsiteY2" fmla="*/ 2500380 h 2500380"/>
              <a:gd name="connsiteX3" fmla="*/ 0 w 11576868"/>
              <a:gd name="connsiteY3" fmla="*/ 2500380 h 2500380"/>
              <a:gd name="connsiteX4" fmla="*/ 0 w 11576868"/>
              <a:gd name="connsiteY4" fmla="*/ 0 h 2500380"/>
              <a:gd name="connsiteX0" fmla="*/ 0 w 11576868"/>
              <a:gd name="connsiteY0" fmla="*/ 0 h 2500380"/>
              <a:gd name="connsiteX1" fmla="*/ 8817918 w 11576868"/>
              <a:gd name="connsiteY1" fmla="*/ 0 h 2500380"/>
              <a:gd name="connsiteX2" fmla="*/ 11576868 w 11576868"/>
              <a:gd name="connsiteY2" fmla="*/ 2500380 h 2500380"/>
              <a:gd name="connsiteX3" fmla="*/ 0 w 11576868"/>
              <a:gd name="connsiteY3" fmla="*/ 2500380 h 2500380"/>
              <a:gd name="connsiteX4" fmla="*/ 0 w 11576868"/>
              <a:gd name="connsiteY4" fmla="*/ 0 h 2500380"/>
              <a:gd name="connsiteX0" fmla="*/ 0 w 11576868"/>
              <a:gd name="connsiteY0" fmla="*/ 0 h 2500380"/>
              <a:gd name="connsiteX1" fmla="*/ 8558838 w 11576868"/>
              <a:gd name="connsiteY1" fmla="*/ 0 h 2500380"/>
              <a:gd name="connsiteX2" fmla="*/ 11576868 w 11576868"/>
              <a:gd name="connsiteY2" fmla="*/ 2500380 h 2500380"/>
              <a:gd name="connsiteX3" fmla="*/ 0 w 11576868"/>
              <a:gd name="connsiteY3" fmla="*/ 2500380 h 2500380"/>
              <a:gd name="connsiteX4" fmla="*/ 0 w 11576868"/>
              <a:gd name="connsiteY4" fmla="*/ 0 h 2500380"/>
              <a:gd name="connsiteX0" fmla="*/ 0 w 11576868"/>
              <a:gd name="connsiteY0" fmla="*/ 10567 h 2510947"/>
              <a:gd name="connsiteX1" fmla="*/ 8558838 w 11576868"/>
              <a:gd name="connsiteY1" fmla="*/ 10567 h 2510947"/>
              <a:gd name="connsiteX2" fmla="*/ 11576868 w 11576868"/>
              <a:gd name="connsiteY2" fmla="*/ 2510947 h 2510947"/>
              <a:gd name="connsiteX3" fmla="*/ 0 w 11576868"/>
              <a:gd name="connsiteY3" fmla="*/ 2510947 h 2510947"/>
              <a:gd name="connsiteX4" fmla="*/ 0 w 11576868"/>
              <a:gd name="connsiteY4" fmla="*/ 10567 h 2510947"/>
              <a:gd name="connsiteX0" fmla="*/ 0 w 11576868"/>
              <a:gd name="connsiteY0" fmla="*/ 462 h 2500842"/>
              <a:gd name="connsiteX1" fmla="*/ 8558838 w 11576868"/>
              <a:gd name="connsiteY1" fmla="*/ 462 h 2500842"/>
              <a:gd name="connsiteX2" fmla="*/ 11576868 w 11576868"/>
              <a:gd name="connsiteY2" fmla="*/ 2500842 h 2500842"/>
              <a:gd name="connsiteX3" fmla="*/ 0 w 11576868"/>
              <a:gd name="connsiteY3" fmla="*/ 2500842 h 2500842"/>
              <a:gd name="connsiteX4" fmla="*/ 0 w 11576868"/>
              <a:gd name="connsiteY4" fmla="*/ 462 h 2500842"/>
              <a:gd name="connsiteX0" fmla="*/ 0 w 11576868"/>
              <a:gd name="connsiteY0" fmla="*/ 30928 h 2531308"/>
              <a:gd name="connsiteX1" fmla="*/ 8558838 w 11576868"/>
              <a:gd name="connsiteY1" fmla="*/ 448 h 2531308"/>
              <a:gd name="connsiteX2" fmla="*/ 11576868 w 11576868"/>
              <a:gd name="connsiteY2" fmla="*/ 2531308 h 2531308"/>
              <a:gd name="connsiteX3" fmla="*/ 0 w 11576868"/>
              <a:gd name="connsiteY3" fmla="*/ 2531308 h 2531308"/>
              <a:gd name="connsiteX4" fmla="*/ 0 w 11576868"/>
              <a:gd name="connsiteY4" fmla="*/ 30928 h 2531308"/>
              <a:gd name="connsiteX0" fmla="*/ 0 w 11576868"/>
              <a:gd name="connsiteY0" fmla="*/ 30480 h 2530860"/>
              <a:gd name="connsiteX1" fmla="*/ 8558838 w 11576868"/>
              <a:gd name="connsiteY1" fmla="*/ 0 h 2530860"/>
              <a:gd name="connsiteX2" fmla="*/ 11576868 w 11576868"/>
              <a:gd name="connsiteY2" fmla="*/ 2530860 h 2530860"/>
              <a:gd name="connsiteX3" fmla="*/ 0 w 11576868"/>
              <a:gd name="connsiteY3" fmla="*/ 2530860 h 2530860"/>
              <a:gd name="connsiteX4" fmla="*/ 0 w 11576868"/>
              <a:gd name="connsiteY4" fmla="*/ 30480 h 2530860"/>
              <a:gd name="connsiteX0" fmla="*/ 0 w 11576868"/>
              <a:gd name="connsiteY0" fmla="*/ 30480 h 2530860"/>
              <a:gd name="connsiteX1" fmla="*/ 8558838 w 11576868"/>
              <a:gd name="connsiteY1" fmla="*/ 0 h 2530860"/>
              <a:gd name="connsiteX2" fmla="*/ 11576868 w 11576868"/>
              <a:gd name="connsiteY2" fmla="*/ 2530860 h 2530860"/>
              <a:gd name="connsiteX3" fmla="*/ 0 w 11576868"/>
              <a:gd name="connsiteY3" fmla="*/ 2530860 h 2530860"/>
              <a:gd name="connsiteX4" fmla="*/ 0 w 11576868"/>
              <a:gd name="connsiteY4" fmla="*/ 30480 h 2530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76868" h="2530860">
                <a:moveTo>
                  <a:pt x="0" y="30480"/>
                </a:moveTo>
                <a:lnTo>
                  <a:pt x="8558838" y="0"/>
                </a:lnTo>
                <a:cubicBezTo>
                  <a:pt x="10335916" y="20490"/>
                  <a:pt x="11453941" y="1016850"/>
                  <a:pt x="11576868" y="2530860"/>
                </a:cubicBezTo>
                <a:lnTo>
                  <a:pt x="0" y="2530860"/>
                </a:lnTo>
                <a:lnTo>
                  <a:pt x="0" y="30480"/>
                </a:lnTo>
                <a:close/>
              </a:path>
            </a:pathLst>
          </a:custGeom>
          <a:solidFill>
            <a:schemeClr val="accent2">
              <a:lumMod val="75000"/>
              <a:alpha val="80000"/>
            </a:schemeClr>
          </a:solidFill>
        </p:spPr>
        <p:txBody>
          <a:bodyPr anchor="t"/>
          <a:lstStyle>
            <a:lvl1pPr marL="914400" indent="0">
              <a:lnSpc>
                <a:spcPct val="400000"/>
              </a:lnSpc>
              <a:buNone/>
              <a:defRPr>
                <a:solidFill>
                  <a:schemeClr val="bg2"/>
                </a:solidFill>
              </a:defRPr>
            </a:lvl1pPr>
          </a:lstStyle>
          <a:p>
            <a:r>
              <a:rPr lang="en-US">
                <a:solidFill>
                  <a:srgbClr val="FFFFFF"/>
                </a:solidFill>
              </a:rPr>
              <a:t>Click to edit Master subtitle style</a:t>
            </a:r>
            <a:endParaRPr lang="en-US" dirty="0">
              <a:solidFill>
                <a:srgbClr val="FFFFFF"/>
              </a:solidFill>
            </a:endParaRPr>
          </a:p>
        </p:txBody>
      </p:sp>
    </p:spTree>
    <p:extLst>
      <p:ext uri="{BB962C8B-B14F-4D97-AF65-F5344CB8AC3E}">
        <p14:creationId xmlns:p14="http://schemas.microsoft.com/office/powerpoint/2010/main" val="3063901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5_Chart Table 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99839C-7D7A-49F1-8BFE-85C6C7D78BE7}"/>
              </a:ext>
            </a:extLst>
          </p:cNvPr>
          <p:cNvSpPr>
            <a:spLocks noGrp="1"/>
          </p:cNvSpPr>
          <p:nvPr>
            <p:ph type="title"/>
          </p:nvPr>
        </p:nvSpPr>
        <p:spPr>
          <a:xfrm>
            <a:off x="905256" y="448056"/>
            <a:ext cx="9914859" cy="1329004"/>
          </a:xfrm>
        </p:spPr>
        <p:txBody>
          <a:bodyPr>
            <a:normAutofit/>
          </a:bodyPr>
          <a:lstStyle>
            <a:lvl1pPr>
              <a:lnSpc>
                <a:spcPct val="100000"/>
              </a:lnSpc>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C7E748DC-EBB9-44C6-8566-38F87FF7FD53}"/>
              </a:ext>
            </a:extLst>
          </p:cNvPr>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xmlns="" id="{BFA2F5AB-D8C6-4AE1-8FAE-CD0499CB6D03}"/>
              </a:ext>
            </a:extLst>
          </p:cNvPr>
          <p:cNvSpPr>
            <a:spLocks noGrp="1"/>
          </p:cNvSpPr>
          <p:nvPr>
            <p:ph type="ftr" sz="quarter" idx="11"/>
          </p:nvPr>
        </p:nvSpPr>
        <p:spPr>
          <a:xfrm>
            <a:off x="914400" y="6437376"/>
            <a:ext cx="3775914" cy="365125"/>
          </a:xfrm>
        </p:spPr>
        <p:txBody>
          <a:bodyPr/>
          <a:lstStyle>
            <a:lvl1pPr algn="l">
              <a:defRPr>
                <a:solidFill>
                  <a:schemeClr val="accent2"/>
                </a:solidFill>
              </a:defRPr>
            </a:lvl1pPr>
          </a:lstStyle>
          <a:p>
            <a:r>
              <a:rPr lang="en-US" dirty="0"/>
              <a:t>Sample Footer Text</a:t>
            </a:r>
          </a:p>
        </p:txBody>
      </p:sp>
      <p:sp>
        <p:nvSpPr>
          <p:cNvPr id="4" name="Date Placeholder 3">
            <a:extLst>
              <a:ext uri="{FF2B5EF4-FFF2-40B4-BE49-F238E27FC236}">
                <a16:creationId xmlns:a16="http://schemas.microsoft.com/office/drawing/2014/main" xmlns=""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2"/>
                </a:solidFill>
              </a:defRPr>
            </a:lvl1pPr>
          </a:lstStyle>
          <a:p>
            <a:r>
              <a:rPr lang="en-US" dirty="0"/>
              <a:t>2/8/20XX</a:t>
            </a:r>
          </a:p>
        </p:txBody>
      </p:sp>
      <p:sp>
        <p:nvSpPr>
          <p:cNvPr id="6" name="Slide Number Placeholder 5">
            <a:extLst>
              <a:ext uri="{FF2B5EF4-FFF2-40B4-BE49-F238E27FC236}">
                <a16:creationId xmlns:a16="http://schemas.microsoft.com/office/drawing/2014/main" xmlns=""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46954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6_Chart Table 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99839C-7D7A-49F1-8BFE-85C6C7D78BE7}"/>
              </a:ext>
            </a:extLst>
          </p:cNvPr>
          <p:cNvSpPr>
            <a:spLocks noGrp="1"/>
          </p:cNvSpPr>
          <p:nvPr>
            <p:ph type="title"/>
          </p:nvPr>
        </p:nvSpPr>
        <p:spPr>
          <a:xfrm>
            <a:off x="905256" y="448056"/>
            <a:ext cx="9914859" cy="1329004"/>
          </a:xfrm>
        </p:spPr>
        <p:txBody>
          <a:bodyPr>
            <a:normAutofit/>
          </a:bodyPr>
          <a:lstStyle>
            <a:lvl1pPr>
              <a:lnSpc>
                <a:spcPct val="100000"/>
              </a:lnSpc>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C7E748DC-EBB9-44C6-8566-38F87FF7FD53}"/>
              </a:ext>
            </a:extLst>
          </p:cNvPr>
          <p:cNvSpPr>
            <a:spLocks noGrp="1"/>
          </p:cNvSpPr>
          <p:nvPr>
            <p:ph idx="1"/>
          </p:nvPr>
        </p:nvSpPr>
        <p:spPr>
          <a:xfrm>
            <a:off x="853440" y="1825625"/>
            <a:ext cx="1050036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xmlns="" id="{BFA2F5AB-D8C6-4AE1-8FAE-CD0499CB6D03}"/>
              </a:ext>
            </a:extLst>
          </p:cNvPr>
          <p:cNvSpPr>
            <a:spLocks noGrp="1"/>
          </p:cNvSpPr>
          <p:nvPr>
            <p:ph type="ftr" sz="quarter" idx="11"/>
          </p:nvPr>
        </p:nvSpPr>
        <p:spPr>
          <a:xfrm>
            <a:off x="914400" y="6437376"/>
            <a:ext cx="3775914" cy="365125"/>
          </a:xfrm>
        </p:spPr>
        <p:txBody>
          <a:bodyPr/>
          <a:lstStyle>
            <a:lvl1pPr algn="l">
              <a:defRPr>
                <a:solidFill>
                  <a:schemeClr val="accent2"/>
                </a:solidFill>
              </a:defRPr>
            </a:lvl1pPr>
          </a:lstStyle>
          <a:p>
            <a:r>
              <a:rPr lang="en-US" dirty="0"/>
              <a:t>Sample Footer Text</a:t>
            </a:r>
          </a:p>
        </p:txBody>
      </p:sp>
      <p:sp>
        <p:nvSpPr>
          <p:cNvPr id="4" name="Date Placeholder 3">
            <a:extLst>
              <a:ext uri="{FF2B5EF4-FFF2-40B4-BE49-F238E27FC236}">
                <a16:creationId xmlns:a16="http://schemas.microsoft.com/office/drawing/2014/main" xmlns=""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2"/>
                </a:solidFill>
              </a:defRPr>
            </a:lvl1pPr>
          </a:lstStyle>
          <a:p>
            <a:r>
              <a:rPr lang="en-US" dirty="0"/>
              <a:t>2/8/20XX</a:t>
            </a:r>
          </a:p>
        </p:txBody>
      </p:sp>
      <p:sp>
        <p:nvSpPr>
          <p:cNvPr id="6" name="Slide Number Placeholder 5">
            <a:extLst>
              <a:ext uri="{FF2B5EF4-FFF2-40B4-BE49-F238E27FC236}">
                <a16:creationId xmlns:a16="http://schemas.microsoft.com/office/drawing/2014/main" xmlns=""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944635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Quote">
    <p:bg>
      <p:bgPr>
        <a:solidFill>
          <a:schemeClr val="accent2"/>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xmlns="" id="{9F47EA1B-2641-431A-B894-4A66FC5A0484}"/>
              </a:ext>
              <a:ext uri="{C183D7F6-B498-43B3-948B-1728B52AA6E4}">
                <adec:decorative xmlns:adec="http://schemas.microsoft.com/office/drawing/2017/decorative" xmlns="" val="1"/>
              </a:ext>
            </a:extLst>
          </p:cNvPr>
          <p:cNvSpPr/>
          <p:nvPr userDrawn="1"/>
        </p:nvSpPr>
        <p:spPr>
          <a:xfrm rot="16200000">
            <a:off x="6246663" y="-1789711"/>
            <a:ext cx="3354778" cy="6934200"/>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Title 1">
            <a:extLst>
              <a:ext uri="{FF2B5EF4-FFF2-40B4-BE49-F238E27FC236}">
                <a16:creationId xmlns:a16="http://schemas.microsoft.com/office/drawing/2014/main" xmlns="" id="{F21A2820-A76E-454D-9A0E-F8F7B2136764}"/>
              </a:ext>
            </a:extLst>
          </p:cNvPr>
          <p:cNvSpPr>
            <a:spLocks noGrp="1"/>
          </p:cNvSpPr>
          <p:nvPr>
            <p:ph type="ctrTitle"/>
          </p:nvPr>
        </p:nvSpPr>
        <p:spPr>
          <a:xfrm>
            <a:off x="1249327" y="919717"/>
            <a:ext cx="5761074" cy="3423684"/>
          </a:xfrm>
        </p:spPr>
        <p:txBody>
          <a:bodyPr anchor="b"/>
          <a:lstStyle>
            <a:lvl1pPr>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9" name="Subtitle 2">
            <a:extLst>
              <a:ext uri="{FF2B5EF4-FFF2-40B4-BE49-F238E27FC236}">
                <a16:creationId xmlns:a16="http://schemas.microsoft.com/office/drawing/2014/main" xmlns="" id="{0ED9A69A-6A32-4722-924D-7FEFEA9195BD}"/>
              </a:ext>
            </a:extLst>
          </p:cNvPr>
          <p:cNvSpPr>
            <a:spLocks noGrp="1"/>
          </p:cNvSpPr>
          <p:nvPr>
            <p:ph type="subTitle" idx="1"/>
          </p:nvPr>
        </p:nvSpPr>
        <p:spPr>
          <a:xfrm>
            <a:off x="1249327" y="4795284"/>
            <a:ext cx="4846674" cy="1084522"/>
          </a:xfrm>
        </p:spPr>
        <p:txBody>
          <a:bodyPr/>
          <a:lstStyle>
            <a:lvl1pPr>
              <a:buNone/>
              <a:defRPr>
                <a:solidFill>
                  <a:schemeClr val="bg2"/>
                </a:solidFill>
              </a:defRPr>
            </a:lvl1pPr>
          </a:lstStyle>
          <a:p>
            <a:r>
              <a:rPr lang="en-US">
                <a:solidFill>
                  <a:srgbClr val="FFFFFF"/>
                </a:solidFill>
              </a:rPr>
              <a:t>Click to edit Master subtitle style</a:t>
            </a:r>
            <a:endParaRPr lang="en-US" dirty="0">
              <a:solidFill>
                <a:srgbClr val="FFFFFF"/>
              </a:solidFill>
            </a:endParaRPr>
          </a:p>
        </p:txBody>
      </p:sp>
      <p:sp>
        <p:nvSpPr>
          <p:cNvPr id="12" name="Freeform: Shape 11">
            <a:extLst>
              <a:ext uri="{FF2B5EF4-FFF2-40B4-BE49-F238E27FC236}">
                <a16:creationId xmlns:a16="http://schemas.microsoft.com/office/drawing/2014/main" xmlns="" id="{F1587820-C6FA-402E-9F8D-2DAE5BF9588D}"/>
              </a:ext>
              <a:ext uri="{C183D7F6-B498-43B3-948B-1728B52AA6E4}">
                <adec:decorative xmlns:adec="http://schemas.microsoft.com/office/drawing/2017/decorative" xmlns="" val="1"/>
              </a:ext>
            </a:extLst>
          </p:cNvPr>
          <p:cNvSpPr/>
          <p:nvPr userDrawn="1"/>
        </p:nvSpPr>
        <p:spPr>
          <a:xfrm rot="5400000">
            <a:off x="4513861" y="3447061"/>
            <a:ext cx="3354778" cy="3467100"/>
          </a:xfrm>
          <a:custGeom>
            <a:avLst/>
            <a:gdLst>
              <a:gd name="connsiteX0" fmla="*/ 0 w 2353172"/>
              <a:gd name="connsiteY0" fmla="*/ 0 h 2431959"/>
              <a:gd name="connsiteX1" fmla="*/ 2353172 w 2353172"/>
              <a:gd name="connsiteY1" fmla="*/ 0 h 2431959"/>
              <a:gd name="connsiteX2" fmla="*/ 2353172 w 2353172"/>
              <a:gd name="connsiteY2" fmla="*/ 2431959 h 2431959"/>
              <a:gd name="connsiteX3" fmla="*/ 2352312 w 2353172"/>
              <a:gd name="connsiteY3" fmla="*/ 2431959 h 2431959"/>
              <a:gd name="connsiteX4" fmla="*/ 2340504 w 2353172"/>
              <a:gd name="connsiteY4" fmla="*/ 2198113 h 2431959"/>
              <a:gd name="connsiteX5" fmla="*/ 134816 w 2353172"/>
              <a:gd name="connsiteY5" fmla="*/ 6383 h 243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3172" h="2431959">
                <a:moveTo>
                  <a:pt x="0" y="0"/>
                </a:moveTo>
                <a:lnTo>
                  <a:pt x="2353172" y="0"/>
                </a:lnTo>
                <a:lnTo>
                  <a:pt x="2353172" y="2431959"/>
                </a:lnTo>
                <a:lnTo>
                  <a:pt x="2352312" y="2431959"/>
                </a:lnTo>
                <a:lnTo>
                  <a:pt x="2340504" y="2198113"/>
                </a:lnTo>
                <a:cubicBezTo>
                  <a:pt x="2222700" y="1038123"/>
                  <a:pt x="1296917" y="116993"/>
                  <a:pt x="134816" y="6383"/>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ooter Placeholder 2">
            <a:extLst>
              <a:ext uri="{FF2B5EF4-FFF2-40B4-BE49-F238E27FC236}">
                <a16:creationId xmlns:a16="http://schemas.microsoft.com/office/drawing/2014/main" xmlns="" id="{C9753C5C-8415-4BF0-810D-A4C22F695ECF}"/>
              </a:ext>
            </a:extLst>
          </p:cNvPr>
          <p:cNvSpPr>
            <a:spLocks noGrp="1"/>
          </p:cNvSpPr>
          <p:nvPr>
            <p:ph type="ftr" sz="quarter" idx="11"/>
          </p:nvPr>
        </p:nvSpPr>
        <p:spPr>
          <a:xfrm>
            <a:off x="1252728" y="6434560"/>
            <a:ext cx="3428012" cy="365125"/>
          </a:xfrm>
        </p:spPr>
        <p:txBody>
          <a:bodyPr/>
          <a:lstStyle>
            <a:lvl1pPr>
              <a:defRPr>
                <a:solidFill>
                  <a:schemeClr val="bg2"/>
                </a:solidFill>
              </a:defRPr>
            </a:lvl1pPr>
          </a:lstStyle>
          <a:p>
            <a:r>
              <a:rPr lang="en-US" dirty="0"/>
              <a:t>Sample Footer Text</a:t>
            </a:r>
          </a:p>
        </p:txBody>
      </p:sp>
      <p:sp>
        <p:nvSpPr>
          <p:cNvPr id="19" name="Picture Placeholder 18">
            <a:extLst>
              <a:ext uri="{FF2B5EF4-FFF2-40B4-BE49-F238E27FC236}">
                <a16:creationId xmlns:a16="http://schemas.microsoft.com/office/drawing/2014/main" xmlns="" id="{31E70801-1BA4-4276-9934-E418115C0325}"/>
              </a:ext>
            </a:extLst>
          </p:cNvPr>
          <p:cNvSpPr>
            <a:spLocks noGrp="1"/>
          </p:cNvSpPr>
          <p:nvPr>
            <p:ph type="pic" sz="quarter" idx="13"/>
          </p:nvPr>
        </p:nvSpPr>
        <p:spPr>
          <a:xfrm>
            <a:off x="7924800" y="1"/>
            <a:ext cx="4267200" cy="6858000"/>
          </a:xfrm>
          <a:custGeom>
            <a:avLst/>
            <a:gdLst>
              <a:gd name="connsiteX0" fmla="*/ 3466352 w 4267200"/>
              <a:gd name="connsiteY0" fmla="*/ 0 h 6858000"/>
              <a:gd name="connsiteX1" fmla="*/ 4267200 w 4267200"/>
              <a:gd name="connsiteY1" fmla="*/ 0 h 6858000"/>
              <a:gd name="connsiteX2" fmla="*/ 4267200 w 4267200"/>
              <a:gd name="connsiteY2" fmla="*/ 6858000 h 6858000"/>
              <a:gd name="connsiteX3" fmla="*/ 0 w 4267200"/>
              <a:gd name="connsiteY3" fmla="*/ 6858000 h 6858000"/>
              <a:gd name="connsiteX4" fmla="*/ 0 w 4267200"/>
              <a:gd name="connsiteY4" fmla="*/ 3338980 h 6858000"/>
              <a:gd name="connsiteX5" fmla="*/ 8352 w 4267200"/>
              <a:gd name="connsiteY5" fmla="*/ 3162578 h 6858000"/>
              <a:gd name="connsiteX6" fmla="*/ 3132972 w 4267200"/>
              <a:gd name="connsiteY6" fmla="*/ 18059 h 6858000"/>
              <a:gd name="connsiteX7" fmla="*/ 3466352 w 4267200"/>
              <a:gd name="connsiteY7" fmla="*/ 122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67200" h="6858000">
                <a:moveTo>
                  <a:pt x="3466352" y="0"/>
                </a:moveTo>
                <a:lnTo>
                  <a:pt x="4267200" y="0"/>
                </a:lnTo>
                <a:lnTo>
                  <a:pt x="4267200" y="6858000"/>
                </a:lnTo>
                <a:lnTo>
                  <a:pt x="0" y="6858000"/>
                </a:lnTo>
                <a:lnTo>
                  <a:pt x="0" y="3338980"/>
                </a:lnTo>
                <a:lnTo>
                  <a:pt x="8352" y="3162578"/>
                </a:lnTo>
                <a:cubicBezTo>
                  <a:pt x="166042" y="1505839"/>
                  <a:pt x="1479242" y="186005"/>
                  <a:pt x="3132972" y="18059"/>
                </a:cubicBezTo>
                <a:lnTo>
                  <a:pt x="3466352" y="1225"/>
                </a:lnTo>
                <a:close/>
              </a:path>
            </a:pathLst>
          </a:custGeom>
          <a:solidFill>
            <a:schemeClr val="accent6"/>
          </a:solidFill>
        </p:spPr>
        <p:txBody>
          <a:bodyPr wrap="square" anchor="ctr">
            <a:noAutofit/>
          </a:bodyPr>
          <a:lstStyle/>
          <a:p>
            <a:r>
              <a:rPr lang="en-US" dirty="0"/>
              <a:t>Click icon to add picture</a:t>
            </a:r>
          </a:p>
        </p:txBody>
      </p:sp>
      <p:sp>
        <p:nvSpPr>
          <p:cNvPr id="2" name="Date Placeholder 1">
            <a:extLst>
              <a:ext uri="{FF2B5EF4-FFF2-40B4-BE49-F238E27FC236}">
                <a16:creationId xmlns:a16="http://schemas.microsoft.com/office/drawing/2014/main" xmlns=""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Slide Number Placeholder 3">
            <a:extLst>
              <a:ext uri="{FF2B5EF4-FFF2-40B4-BE49-F238E27FC236}">
                <a16:creationId xmlns:a16="http://schemas.microsoft.com/office/drawing/2014/main" xmlns=""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09277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eam">
    <p:bg>
      <p:bgPr>
        <a:solidFill>
          <a:schemeClr val="accent2">
            <a:lumMod val="75000"/>
          </a:schemeClr>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xmlns="" id="{BCA75F14-4851-4FA1-AF45-240D9124B95E}"/>
              </a:ext>
              <a:ext uri="{C183D7F6-B498-43B3-948B-1728B52AA6E4}">
                <adec:decorative xmlns:adec="http://schemas.microsoft.com/office/drawing/2017/decorative" xmlns=""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xmlns="" id="{9AE08278-E6C4-4B25-8343-43C881C00718}"/>
              </a:ext>
              <a:ext uri="{C183D7F6-B498-43B3-948B-1728B52AA6E4}">
                <adec:decorative xmlns:adec="http://schemas.microsoft.com/office/drawing/2017/decorative" xmlns="" val="1"/>
              </a:ext>
            </a:extLst>
          </p:cNvPr>
          <p:cNvSpPr/>
          <p:nvPr userDrawn="1"/>
        </p:nvSpPr>
        <p:spPr>
          <a:xfrm>
            <a:off x="9844850" y="1"/>
            <a:ext cx="2347151" cy="4454343"/>
          </a:xfrm>
          <a:custGeom>
            <a:avLst/>
            <a:gdLst>
              <a:gd name="connsiteX0" fmla="*/ 2329738 w 2347151"/>
              <a:gd name="connsiteY0" fmla="*/ 0 h 4454343"/>
              <a:gd name="connsiteX1" fmla="*/ 2347151 w 2347151"/>
              <a:gd name="connsiteY1" fmla="*/ 0 h 4454343"/>
              <a:gd name="connsiteX2" fmla="*/ 2347151 w 2347151"/>
              <a:gd name="connsiteY2" fmla="*/ 4454343 h 4454343"/>
              <a:gd name="connsiteX3" fmla="*/ 2340504 w 2347151"/>
              <a:gd name="connsiteY3" fmla="*/ 4322705 h 4454343"/>
              <a:gd name="connsiteX4" fmla="*/ 134816 w 2347151"/>
              <a:gd name="connsiteY4" fmla="*/ 2130974 h 4454343"/>
              <a:gd name="connsiteX5" fmla="*/ 0 w 2347151"/>
              <a:gd name="connsiteY5" fmla="*/ 2124591 h 4454343"/>
              <a:gd name="connsiteX6" fmla="*/ 134816 w 2347151"/>
              <a:gd name="connsiteY6" fmla="*/ 2118208 h 4454343"/>
              <a:gd name="connsiteX7" fmla="*/ 2309087 w 2347151"/>
              <a:gd name="connsiteY7" fmla="*/ 141037 h 445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7151" h="4454343">
                <a:moveTo>
                  <a:pt x="2329738" y="0"/>
                </a:moveTo>
                <a:lnTo>
                  <a:pt x="2347151" y="0"/>
                </a:lnTo>
                <a:lnTo>
                  <a:pt x="2347151" y="4454343"/>
                </a:lnTo>
                <a:lnTo>
                  <a:pt x="2340504" y="4322705"/>
                </a:lnTo>
                <a:cubicBezTo>
                  <a:pt x="2222700" y="3162715"/>
                  <a:pt x="1296917" y="2241584"/>
                  <a:pt x="134816" y="2130974"/>
                </a:cubicBezTo>
                <a:lnTo>
                  <a:pt x="0" y="2124591"/>
                </a:lnTo>
                <a:lnTo>
                  <a:pt x="134816" y="2118208"/>
                </a:lnTo>
                <a:cubicBezTo>
                  <a:pt x="1224286" y="2014511"/>
                  <a:pt x="2106054" y="1198443"/>
                  <a:pt x="2309087" y="141037"/>
                </a:cubicBez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xmlns="" id="{20CC2109-6984-401D-BF1D-B4F0C35B03C1}"/>
              </a:ext>
              <a:ext uri="{C183D7F6-B498-43B3-948B-1728B52AA6E4}">
                <adec:decorative xmlns:adec="http://schemas.microsoft.com/office/drawing/2017/decorative" xmlns="" val="1"/>
              </a:ext>
            </a:extLst>
          </p:cNvPr>
          <p:cNvSpPr/>
          <p:nvPr userDrawn="1"/>
        </p:nvSpPr>
        <p:spPr>
          <a:xfrm>
            <a:off x="9844850" y="-770"/>
            <a:ext cx="2347151" cy="4454343"/>
          </a:xfrm>
          <a:custGeom>
            <a:avLst/>
            <a:gdLst>
              <a:gd name="connsiteX0" fmla="*/ 2329738 w 2347151"/>
              <a:gd name="connsiteY0" fmla="*/ 0 h 4454343"/>
              <a:gd name="connsiteX1" fmla="*/ 2347151 w 2347151"/>
              <a:gd name="connsiteY1" fmla="*/ 0 h 4454343"/>
              <a:gd name="connsiteX2" fmla="*/ 2347151 w 2347151"/>
              <a:gd name="connsiteY2" fmla="*/ 4454343 h 4454343"/>
              <a:gd name="connsiteX3" fmla="*/ 2340504 w 2347151"/>
              <a:gd name="connsiteY3" fmla="*/ 4322705 h 4454343"/>
              <a:gd name="connsiteX4" fmla="*/ 134816 w 2347151"/>
              <a:gd name="connsiteY4" fmla="*/ 2130974 h 4454343"/>
              <a:gd name="connsiteX5" fmla="*/ 0 w 2347151"/>
              <a:gd name="connsiteY5" fmla="*/ 2124591 h 4454343"/>
              <a:gd name="connsiteX6" fmla="*/ 134816 w 2347151"/>
              <a:gd name="connsiteY6" fmla="*/ 2118208 h 4454343"/>
              <a:gd name="connsiteX7" fmla="*/ 2309087 w 2347151"/>
              <a:gd name="connsiteY7" fmla="*/ 141037 h 445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7151" h="4454343">
                <a:moveTo>
                  <a:pt x="2329738" y="0"/>
                </a:moveTo>
                <a:lnTo>
                  <a:pt x="2347151" y="0"/>
                </a:lnTo>
                <a:lnTo>
                  <a:pt x="2347151" y="4454343"/>
                </a:lnTo>
                <a:lnTo>
                  <a:pt x="2340504" y="4322705"/>
                </a:lnTo>
                <a:cubicBezTo>
                  <a:pt x="2222700" y="3162715"/>
                  <a:pt x="1296917" y="2241584"/>
                  <a:pt x="134816" y="2130974"/>
                </a:cubicBezTo>
                <a:lnTo>
                  <a:pt x="0" y="2124591"/>
                </a:lnTo>
                <a:lnTo>
                  <a:pt x="134816" y="2118208"/>
                </a:lnTo>
                <a:cubicBezTo>
                  <a:pt x="1224286" y="2014511"/>
                  <a:pt x="2106054" y="1198443"/>
                  <a:pt x="2309087" y="141037"/>
                </a:cubicBezTo>
                <a:close/>
              </a:path>
            </a:pathLst>
          </a:custGeom>
          <a:solidFill>
            <a:schemeClr val="accent2">
              <a:lumMod val="60000"/>
              <a:lumOff val="40000"/>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Title 1">
            <a:extLst>
              <a:ext uri="{FF2B5EF4-FFF2-40B4-BE49-F238E27FC236}">
                <a16:creationId xmlns:a16="http://schemas.microsoft.com/office/drawing/2014/main" xmlns="" id="{4510ECF1-6DD2-4E35-8398-66D76389712F}"/>
              </a:ext>
            </a:extLst>
          </p:cNvPr>
          <p:cNvSpPr>
            <a:spLocks noGrp="1"/>
          </p:cNvSpPr>
          <p:nvPr>
            <p:ph type="title"/>
          </p:nvPr>
        </p:nvSpPr>
        <p:spPr>
          <a:xfrm>
            <a:off x="1" y="10159"/>
            <a:ext cx="12191999" cy="2128731"/>
          </a:xfrm>
          <a:custGeom>
            <a:avLst/>
            <a:gdLst>
              <a:gd name="connsiteX0" fmla="*/ 0 w 12191999"/>
              <a:gd name="connsiteY0" fmla="*/ 0 h 2123863"/>
              <a:gd name="connsiteX1" fmla="*/ 12191999 w 12191999"/>
              <a:gd name="connsiteY1" fmla="*/ 0 h 2123863"/>
              <a:gd name="connsiteX2" fmla="*/ 12191999 w 12191999"/>
              <a:gd name="connsiteY2" fmla="*/ 0 h 2123863"/>
              <a:gd name="connsiteX3" fmla="*/ 12191999 w 12191999"/>
              <a:gd name="connsiteY3" fmla="*/ 1061932 h 2123863"/>
              <a:gd name="connsiteX4" fmla="*/ 11130067 w 12191999"/>
              <a:gd name="connsiteY4" fmla="*/ 2123864 h 2123863"/>
              <a:gd name="connsiteX5" fmla="*/ 1061932 w 12191999"/>
              <a:gd name="connsiteY5" fmla="*/ 2123863 h 2123863"/>
              <a:gd name="connsiteX6" fmla="*/ 0 w 12191999"/>
              <a:gd name="connsiteY6" fmla="*/ 1061931 h 2123863"/>
              <a:gd name="connsiteX7" fmla="*/ 0 w 12191999"/>
              <a:gd name="connsiteY7" fmla="*/ 0 h 2123863"/>
              <a:gd name="connsiteX8" fmla="*/ 0 w 12191999"/>
              <a:gd name="connsiteY8" fmla="*/ 0 h 2123863"/>
              <a:gd name="connsiteX0" fmla="*/ 0 w 12191999"/>
              <a:gd name="connsiteY0" fmla="*/ 0 h 2123864"/>
              <a:gd name="connsiteX1" fmla="*/ 12191999 w 12191999"/>
              <a:gd name="connsiteY1" fmla="*/ 0 h 2123864"/>
              <a:gd name="connsiteX2" fmla="*/ 12191999 w 12191999"/>
              <a:gd name="connsiteY2" fmla="*/ 0 h 2123864"/>
              <a:gd name="connsiteX3" fmla="*/ 11130067 w 12191999"/>
              <a:gd name="connsiteY3" fmla="*/ 2123864 h 2123864"/>
              <a:gd name="connsiteX4" fmla="*/ 1061932 w 12191999"/>
              <a:gd name="connsiteY4" fmla="*/ 2123863 h 2123864"/>
              <a:gd name="connsiteX5" fmla="*/ 0 w 12191999"/>
              <a:gd name="connsiteY5" fmla="*/ 1061931 h 2123864"/>
              <a:gd name="connsiteX6" fmla="*/ 0 w 12191999"/>
              <a:gd name="connsiteY6" fmla="*/ 0 h 2123864"/>
              <a:gd name="connsiteX7" fmla="*/ 0 w 12191999"/>
              <a:gd name="connsiteY7" fmla="*/ 0 h 2123864"/>
              <a:gd name="connsiteX0" fmla="*/ 0 w 12191999"/>
              <a:gd name="connsiteY0" fmla="*/ 0 h 2123863"/>
              <a:gd name="connsiteX1" fmla="*/ 12191999 w 12191999"/>
              <a:gd name="connsiteY1" fmla="*/ 0 h 2123863"/>
              <a:gd name="connsiteX2" fmla="*/ 12191999 w 12191999"/>
              <a:gd name="connsiteY2" fmla="*/ 0 h 2123863"/>
              <a:gd name="connsiteX3" fmla="*/ 10261387 w 12191999"/>
              <a:gd name="connsiteY3" fmla="*/ 2108624 h 2123863"/>
              <a:gd name="connsiteX4" fmla="*/ 1061932 w 12191999"/>
              <a:gd name="connsiteY4" fmla="*/ 2123863 h 2123863"/>
              <a:gd name="connsiteX5" fmla="*/ 0 w 12191999"/>
              <a:gd name="connsiteY5" fmla="*/ 1061931 h 2123863"/>
              <a:gd name="connsiteX6" fmla="*/ 0 w 12191999"/>
              <a:gd name="connsiteY6" fmla="*/ 0 h 2123863"/>
              <a:gd name="connsiteX7" fmla="*/ 0 w 12191999"/>
              <a:gd name="connsiteY7" fmla="*/ 0 h 2123863"/>
              <a:gd name="connsiteX0" fmla="*/ 0 w 12191999"/>
              <a:gd name="connsiteY0" fmla="*/ 0 h 2123863"/>
              <a:gd name="connsiteX1" fmla="*/ 12191999 w 12191999"/>
              <a:gd name="connsiteY1" fmla="*/ 0 h 2123863"/>
              <a:gd name="connsiteX2" fmla="*/ 12191999 w 12191999"/>
              <a:gd name="connsiteY2" fmla="*/ 0 h 2123863"/>
              <a:gd name="connsiteX3" fmla="*/ 9758467 w 12191999"/>
              <a:gd name="connsiteY3" fmla="*/ 2108624 h 2123863"/>
              <a:gd name="connsiteX4" fmla="*/ 1061932 w 12191999"/>
              <a:gd name="connsiteY4" fmla="*/ 2123863 h 2123863"/>
              <a:gd name="connsiteX5" fmla="*/ 0 w 12191999"/>
              <a:gd name="connsiteY5" fmla="*/ 1061931 h 2123863"/>
              <a:gd name="connsiteX6" fmla="*/ 0 w 12191999"/>
              <a:gd name="connsiteY6" fmla="*/ 0 h 2123863"/>
              <a:gd name="connsiteX7" fmla="*/ 0 w 12191999"/>
              <a:gd name="connsiteY7" fmla="*/ 0 h 2123863"/>
              <a:gd name="connsiteX0" fmla="*/ 0 w 12191999"/>
              <a:gd name="connsiteY0" fmla="*/ 0 h 2123864"/>
              <a:gd name="connsiteX1" fmla="*/ 12191999 w 12191999"/>
              <a:gd name="connsiteY1" fmla="*/ 0 h 2123864"/>
              <a:gd name="connsiteX2" fmla="*/ 12191999 w 12191999"/>
              <a:gd name="connsiteY2" fmla="*/ 0 h 2123864"/>
              <a:gd name="connsiteX3" fmla="*/ 9636547 w 12191999"/>
              <a:gd name="connsiteY3" fmla="*/ 2123864 h 2123864"/>
              <a:gd name="connsiteX4" fmla="*/ 1061932 w 12191999"/>
              <a:gd name="connsiteY4" fmla="*/ 2123863 h 2123864"/>
              <a:gd name="connsiteX5" fmla="*/ 0 w 12191999"/>
              <a:gd name="connsiteY5" fmla="*/ 1061931 h 2123864"/>
              <a:gd name="connsiteX6" fmla="*/ 0 w 12191999"/>
              <a:gd name="connsiteY6" fmla="*/ 0 h 2123864"/>
              <a:gd name="connsiteX7" fmla="*/ 0 w 12191999"/>
              <a:gd name="connsiteY7" fmla="*/ 0 h 2123864"/>
              <a:gd name="connsiteX0" fmla="*/ 0 w 12191999"/>
              <a:gd name="connsiteY0" fmla="*/ 0 h 2123864"/>
              <a:gd name="connsiteX1" fmla="*/ 12191999 w 12191999"/>
              <a:gd name="connsiteY1" fmla="*/ 0 h 2123864"/>
              <a:gd name="connsiteX2" fmla="*/ 12191999 w 12191999"/>
              <a:gd name="connsiteY2" fmla="*/ 0 h 2123864"/>
              <a:gd name="connsiteX3" fmla="*/ 9636547 w 12191999"/>
              <a:gd name="connsiteY3" fmla="*/ 2123864 h 2123864"/>
              <a:gd name="connsiteX4" fmla="*/ 1061932 w 12191999"/>
              <a:gd name="connsiteY4" fmla="*/ 2123863 h 2123864"/>
              <a:gd name="connsiteX5" fmla="*/ 0 w 12191999"/>
              <a:gd name="connsiteY5" fmla="*/ 1061931 h 2123864"/>
              <a:gd name="connsiteX6" fmla="*/ 0 w 12191999"/>
              <a:gd name="connsiteY6" fmla="*/ 0 h 2123864"/>
              <a:gd name="connsiteX7" fmla="*/ 0 w 12191999"/>
              <a:gd name="connsiteY7" fmla="*/ 0 h 2123864"/>
              <a:gd name="connsiteX0" fmla="*/ 0 w 12191999"/>
              <a:gd name="connsiteY0" fmla="*/ 0 h 2123864"/>
              <a:gd name="connsiteX1" fmla="*/ 12191999 w 12191999"/>
              <a:gd name="connsiteY1" fmla="*/ 0 h 2123864"/>
              <a:gd name="connsiteX2" fmla="*/ 11612879 w 12191999"/>
              <a:gd name="connsiteY2" fmla="*/ 381000 h 2123864"/>
              <a:gd name="connsiteX3" fmla="*/ 9636547 w 12191999"/>
              <a:gd name="connsiteY3" fmla="*/ 2123864 h 2123864"/>
              <a:gd name="connsiteX4" fmla="*/ 1061932 w 12191999"/>
              <a:gd name="connsiteY4" fmla="*/ 2123863 h 2123864"/>
              <a:gd name="connsiteX5" fmla="*/ 0 w 12191999"/>
              <a:gd name="connsiteY5" fmla="*/ 1061931 h 2123864"/>
              <a:gd name="connsiteX6" fmla="*/ 0 w 12191999"/>
              <a:gd name="connsiteY6" fmla="*/ 0 h 2123864"/>
              <a:gd name="connsiteX7" fmla="*/ 0 w 12191999"/>
              <a:gd name="connsiteY7" fmla="*/ 0 h 2123864"/>
              <a:gd name="connsiteX0" fmla="*/ 0 w 12191999"/>
              <a:gd name="connsiteY0" fmla="*/ 0 h 2123864"/>
              <a:gd name="connsiteX1" fmla="*/ 12191999 w 12191999"/>
              <a:gd name="connsiteY1" fmla="*/ 0 h 2123864"/>
              <a:gd name="connsiteX2" fmla="*/ 11612879 w 12191999"/>
              <a:gd name="connsiteY2" fmla="*/ 381000 h 2123864"/>
              <a:gd name="connsiteX3" fmla="*/ 9636547 w 12191999"/>
              <a:gd name="connsiteY3" fmla="*/ 2123864 h 2123864"/>
              <a:gd name="connsiteX4" fmla="*/ 1061932 w 12191999"/>
              <a:gd name="connsiteY4" fmla="*/ 2123863 h 2123864"/>
              <a:gd name="connsiteX5" fmla="*/ 0 w 12191999"/>
              <a:gd name="connsiteY5" fmla="*/ 1061931 h 2123864"/>
              <a:gd name="connsiteX6" fmla="*/ 0 w 12191999"/>
              <a:gd name="connsiteY6" fmla="*/ 0 h 2123864"/>
              <a:gd name="connsiteX7" fmla="*/ 0 w 12191999"/>
              <a:gd name="connsiteY7" fmla="*/ 0 h 2123864"/>
              <a:gd name="connsiteX0" fmla="*/ 0 w 12732723"/>
              <a:gd name="connsiteY0" fmla="*/ 0 h 2123864"/>
              <a:gd name="connsiteX1" fmla="*/ 12191999 w 12732723"/>
              <a:gd name="connsiteY1" fmla="*/ 0 h 2123864"/>
              <a:gd name="connsiteX2" fmla="*/ 9636547 w 12732723"/>
              <a:gd name="connsiteY2" fmla="*/ 2123864 h 2123864"/>
              <a:gd name="connsiteX3" fmla="*/ 1061932 w 12732723"/>
              <a:gd name="connsiteY3" fmla="*/ 2123863 h 2123864"/>
              <a:gd name="connsiteX4" fmla="*/ 0 w 12732723"/>
              <a:gd name="connsiteY4" fmla="*/ 1061931 h 2123864"/>
              <a:gd name="connsiteX5" fmla="*/ 0 w 12732723"/>
              <a:gd name="connsiteY5" fmla="*/ 0 h 2123864"/>
              <a:gd name="connsiteX6" fmla="*/ 0 w 12732723"/>
              <a:gd name="connsiteY6" fmla="*/ 0 h 2123864"/>
              <a:gd name="connsiteX0" fmla="*/ 0 w 12191999"/>
              <a:gd name="connsiteY0" fmla="*/ 0 h 2123864"/>
              <a:gd name="connsiteX1" fmla="*/ 12191999 w 12191999"/>
              <a:gd name="connsiteY1" fmla="*/ 0 h 2123864"/>
              <a:gd name="connsiteX2" fmla="*/ 9636547 w 12191999"/>
              <a:gd name="connsiteY2" fmla="*/ 2123864 h 2123864"/>
              <a:gd name="connsiteX3" fmla="*/ 1061932 w 12191999"/>
              <a:gd name="connsiteY3" fmla="*/ 2123863 h 2123864"/>
              <a:gd name="connsiteX4" fmla="*/ 0 w 12191999"/>
              <a:gd name="connsiteY4" fmla="*/ 1061931 h 2123864"/>
              <a:gd name="connsiteX5" fmla="*/ 0 w 12191999"/>
              <a:gd name="connsiteY5" fmla="*/ 0 h 2123864"/>
              <a:gd name="connsiteX6" fmla="*/ 0 w 12191999"/>
              <a:gd name="connsiteY6" fmla="*/ 0 h 2123864"/>
              <a:gd name="connsiteX0" fmla="*/ 0 w 12191999"/>
              <a:gd name="connsiteY0" fmla="*/ 0 h 2123864"/>
              <a:gd name="connsiteX1" fmla="*/ 12191999 w 12191999"/>
              <a:gd name="connsiteY1" fmla="*/ 0 h 2123864"/>
              <a:gd name="connsiteX2" fmla="*/ 9636547 w 12191999"/>
              <a:gd name="connsiteY2" fmla="*/ 2123864 h 2123864"/>
              <a:gd name="connsiteX3" fmla="*/ 1061932 w 12191999"/>
              <a:gd name="connsiteY3" fmla="*/ 2123863 h 2123864"/>
              <a:gd name="connsiteX4" fmla="*/ 0 w 12191999"/>
              <a:gd name="connsiteY4" fmla="*/ 1061931 h 2123864"/>
              <a:gd name="connsiteX5" fmla="*/ 0 w 12191999"/>
              <a:gd name="connsiteY5" fmla="*/ 0 h 2123864"/>
              <a:gd name="connsiteX6" fmla="*/ 0 w 12191999"/>
              <a:gd name="connsiteY6" fmla="*/ 0 h 2123864"/>
              <a:gd name="connsiteX0" fmla="*/ 0 w 12191999"/>
              <a:gd name="connsiteY0" fmla="*/ 0 h 2123864"/>
              <a:gd name="connsiteX1" fmla="*/ 12191999 w 12191999"/>
              <a:gd name="connsiteY1" fmla="*/ 0 h 2123864"/>
              <a:gd name="connsiteX2" fmla="*/ 9636547 w 12191999"/>
              <a:gd name="connsiteY2" fmla="*/ 2123864 h 2123864"/>
              <a:gd name="connsiteX3" fmla="*/ 1061932 w 12191999"/>
              <a:gd name="connsiteY3" fmla="*/ 2123863 h 2123864"/>
              <a:gd name="connsiteX4" fmla="*/ 0 w 12191999"/>
              <a:gd name="connsiteY4" fmla="*/ 1061931 h 2123864"/>
              <a:gd name="connsiteX5" fmla="*/ 0 w 12191999"/>
              <a:gd name="connsiteY5" fmla="*/ 0 h 2123864"/>
              <a:gd name="connsiteX6" fmla="*/ 0 w 12191999"/>
              <a:gd name="connsiteY6" fmla="*/ 0 h 2123864"/>
              <a:gd name="connsiteX0" fmla="*/ 0 w 12191999"/>
              <a:gd name="connsiteY0" fmla="*/ 0 h 2126534"/>
              <a:gd name="connsiteX1" fmla="*/ 12191999 w 12191999"/>
              <a:gd name="connsiteY1" fmla="*/ 0 h 2126534"/>
              <a:gd name="connsiteX2" fmla="*/ 9636547 w 12191999"/>
              <a:gd name="connsiteY2" fmla="*/ 2123864 h 2126534"/>
              <a:gd name="connsiteX3" fmla="*/ 1061932 w 12191999"/>
              <a:gd name="connsiteY3" fmla="*/ 2123863 h 2126534"/>
              <a:gd name="connsiteX4" fmla="*/ 0 w 12191999"/>
              <a:gd name="connsiteY4" fmla="*/ 1061931 h 2126534"/>
              <a:gd name="connsiteX5" fmla="*/ 0 w 12191999"/>
              <a:gd name="connsiteY5" fmla="*/ 0 h 2126534"/>
              <a:gd name="connsiteX6" fmla="*/ 0 w 12191999"/>
              <a:gd name="connsiteY6" fmla="*/ 0 h 2126534"/>
              <a:gd name="connsiteX0" fmla="*/ 0 w 12191999"/>
              <a:gd name="connsiteY0" fmla="*/ 0 h 2388136"/>
              <a:gd name="connsiteX1" fmla="*/ 12191999 w 12191999"/>
              <a:gd name="connsiteY1" fmla="*/ 0 h 2388136"/>
              <a:gd name="connsiteX2" fmla="*/ 9636547 w 12191999"/>
              <a:gd name="connsiteY2" fmla="*/ 2123864 h 2388136"/>
              <a:gd name="connsiteX3" fmla="*/ 1061932 w 12191999"/>
              <a:gd name="connsiteY3" fmla="*/ 2123863 h 2388136"/>
              <a:gd name="connsiteX4" fmla="*/ 0 w 12191999"/>
              <a:gd name="connsiteY4" fmla="*/ 2128731 h 2388136"/>
              <a:gd name="connsiteX5" fmla="*/ 0 w 12191999"/>
              <a:gd name="connsiteY5" fmla="*/ 0 h 2388136"/>
              <a:gd name="connsiteX6" fmla="*/ 0 w 12191999"/>
              <a:gd name="connsiteY6" fmla="*/ 0 h 2388136"/>
              <a:gd name="connsiteX0" fmla="*/ 0 w 12191999"/>
              <a:gd name="connsiteY0" fmla="*/ 0 h 2128731"/>
              <a:gd name="connsiteX1" fmla="*/ 12191999 w 12191999"/>
              <a:gd name="connsiteY1" fmla="*/ 0 h 2128731"/>
              <a:gd name="connsiteX2" fmla="*/ 9636547 w 12191999"/>
              <a:gd name="connsiteY2" fmla="*/ 2123864 h 2128731"/>
              <a:gd name="connsiteX3" fmla="*/ 0 w 12191999"/>
              <a:gd name="connsiteY3" fmla="*/ 2128731 h 2128731"/>
              <a:gd name="connsiteX4" fmla="*/ 0 w 12191999"/>
              <a:gd name="connsiteY4" fmla="*/ 0 h 2128731"/>
              <a:gd name="connsiteX5" fmla="*/ 0 w 12191999"/>
              <a:gd name="connsiteY5" fmla="*/ 0 h 2128731"/>
              <a:gd name="connsiteX0" fmla="*/ 0 w 12191999"/>
              <a:gd name="connsiteY0" fmla="*/ 0 h 2128731"/>
              <a:gd name="connsiteX1" fmla="*/ 12191999 w 12191999"/>
              <a:gd name="connsiteY1" fmla="*/ 0 h 2128731"/>
              <a:gd name="connsiteX2" fmla="*/ 9636547 w 12191999"/>
              <a:gd name="connsiteY2" fmla="*/ 2123864 h 2128731"/>
              <a:gd name="connsiteX3" fmla="*/ 0 w 12191999"/>
              <a:gd name="connsiteY3" fmla="*/ 2128731 h 2128731"/>
              <a:gd name="connsiteX4" fmla="*/ 0 w 12191999"/>
              <a:gd name="connsiteY4" fmla="*/ 0 h 2128731"/>
              <a:gd name="connsiteX5" fmla="*/ 0 w 12191999"/>
              <a:gd name="connsiteY5" fmla="*/ 0 h 2128731"/>
              <a:gd name="connsiteX0" fmla="*/ 0 w 12191999"/>
              <a:gd name="connsiteY0" fmla="*/ 0 h 2128731"/>
              <a:gd name="connsiteX1" fmla="*/ 12191999 w 12191999"/>
              <a:gd name="connsiteY1" fmla="*/ 0 h 2128731"/>
              <a:gd name="connsiteX2" fmla="*/ 9636547 w 12191999"/>
              <a:gd name="connsiteY2" fmla="*/ 2123864 h 2128731"/>
              <a:gd name="connsiteX3" fmla="*/ 0 w 12191999"/>
              <a:gd name="connsiteY3" fmla="*/ 2128731 h 2128731"/>
              <a:gd name="connsiteX4" fmla="*/ 0 w 12191999"/>
              <a:gd name="connsiteY4" fmla="*/ 0 h 2128731"/>
              <a:gd name="connsiteX5" fmla="*/ 0 w 12191999"/>
              <a:gd name="connsiteY5" fmla="*/ 0 h 212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2128731">
                <a:moveTo>
                  <a:pt x="0" y="0"/>
                </a:moveTo>
                <a:lnTo>
                  <a:pt x="12191999" y="0"/>
                </a:lnTo>
                <a:cubicBezTo>
                  <a:pt x="12045490" y="887377"/>
                  <a:pt x="11262958" y="2196607"/>
                  <a:pt x="9636547" y="2123864"/>
                </a:cubicBezTo>
                <a:lnTo>
                  <a:pt x="0" y="2128731"/>
                </a:lnTo>
                <a:lnTo>
                  <a:pt x="0" y="0"/>
                </a:lnTo>
                <a:lnTo>
                  <a:pt x="0" y="0"/>
                </a:lnTo>
                <a:close/>
              </a:path>
            </a:pathLst>
          </a:custGeom>
          <a:solidFill>
            <a:schemeClr val="accent2">
              <a:alpha val="80000"/>
            </a:schemeClr>
          </a:solidFill>
        </p:spPr>
        <p:txBody>
          <a:bodyPr/>
          <a:lstStyle>
            <a:lvl1pPr marL="914400">
              <a:lnSpc>
                <a:spcPct val="100000"/>
              </a:lnSpc>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25" name="Picture Placeholder 36">
            <a:extLst>
              <a:ext uri="{FF2B5EF4-FFF2-40B4-BE49-F238E27FC236}">
                <a16:creationId xmlns:a16="http://schemas.microsoft.com/office/drawing/2014/main" xmlns="" id="{22F784D1-8CE5-4710-ADC3-2F70D5766F77}"/>
              </a:ext>
            </a:extLst>
          </p:cNvPr>
          <p:cNvSpPr>
            <a:spLocks noGrp="1"/>
          </p:cNvSpPr>
          <p:nvPr>
            <p:ph type="pic" sz="quarter" idx="21"/>
          </p:nvPr>
        </p:nvSpPr>
        <p:spPr>
          <a:xfrm>
            <a:off x="863600" y="2185416"/>
            <a:ext cx="2286000" cy="1746504"/>
          </a:xfrm>
          <a:solidFill>
            <a:schemeClr val="accent6"/>
          </a:solidFill>
        </p:spPr>
        <p:txBody>
          <a:bodyPr/>
          <a:lstStyle/>
          <a:p>
            <a:r>
              <a:rPr lang="en-US" dirty="0"/>
              <a:t>Click icon to add picture</a:t>
            </a:r>
          </a:p>
        </p:txBody>
      </p:sp>
      <p:sp>
        <p:nvSpPr>
          <p:cNvPr id="24" name="Text Placeholder 30">
            <a:extLst>
              <a:ext uri="{FF2B5EF4-FFF2-40B4-BE49-F238E27FC236}">
                <a16:creationId xmlns:a16="http://schemas.microsoft.com/office/drawing/2014/main" xmlns="" id="{1F2D6BF5-159D-4F01-BDEB-0FBD75D3F498}"/>
              </a:ext>
            </a:extLst>
          </p:cNvPr>
          <p:cNvSpPr>
            <a:spLocks noGrp="1"/>
          </p:cNvSpPr>
          <p:nvPr>
            <p:ph type="body" sz="quarter" idx="20" hasCustomPrompt="1"/>
          </p:nvPr>
        </p:nvSpPr>
        <p:spPr>
          <a:xfrm>
            <a:off x="871298" y="3970230"/>
            <a:ext cx="2286000" cy="877824"/>
          </a:xfrm>
        </p:spPr>
        <p:txBody>
          <a:bodyPr anchor="b" anchorCtr="0"/>
          <a:lstStyle>
            <a:lvl1pPr>
              <a:buNone/>
              <a:defRPr sz="2000" b="1">
                <a:solidFill>
                  <a:schemeClr val="bg2"/>
                </a:solidFill>
              </a:defRPr>
            </a:lvl1pPr>
          </a:lstStyle>
          <a:p>
            <a:pPr lvl="0"/>
            <a:r>
              <a:rPr lang="en-US" dirty="0"/>
              <a:t>Name</a:t>
            </a:r>
          </a:p>
        </p:txBody>
      </p:sp>
      <p:sp>
        <p:nvSpPr>
          <p:cNvPr id="17" name="Text Placeholder 2">
            <a:extLst>
              <a:ext uri="{FF2B5EF4-FFF2-40B4-BE49-F238E27FC236}">
                <a16:creationId xmlns:a16="http://schemas.microsoft.com/office/drawing/2014/main" xmlns="" id="{518C033F-CC28-477A-8A72-AD0398D3680F}"/>
              </a:ext>
            </a:extLst>
          </p:cNvPr>
          <p:cNvSpPr>
            <a:spLocks noGrp="1"/>
          </p:cNvSpPr>
          <p:nvPr>
            <p:ph type="body" idx="13" hasCustomPrompt="1"/>
          </p:nvPr>
        </p:nvSpPr>
        <p:spPr>
          <a:xfrm>
            <a:off x="864181" y="4948171"/>
            <a:ext cx="2286000" cy="741904"/>
          </a:xfrm>
        </p:spPr>
        <p:txBody>
          <a:bodyPr>
            <a:noAutofit/>
          </a:bodyPr>
          <a:lstStyle>
            <a:lvl1pPr marL="0" indent="0">
              <a:buNone/>
              <a:defRPr sz="180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a:t>
            </a:r>
          </a:p>
        </p:txBody>
      </p:sp>
      <p:sp>
        <p:nvSpPr>
          <p:cNvPr id="26" name="Picture Placeholder 36">
            <a:extLst>
              <a:ext uri="{FF2B5EF4-FFF2-40B4-BE49-F238E27FC236}">
                <a16:creationId xmlns:a16="http://schemas.microsoft.com/office/drawing/2014/main" xmlns="" id="{599604B7-B0E5-4112-9123-341EB9C62675}"/>
              </a:ext>
            </a:extLst>
          </p:cNvPr>
          <p:cNvSpPr>
            <a:spLocks noGrp="1"/>
          </p:cNvSpPr>
          <p:nvPr>
            <p:ph type="pic" sz="quarter" idx="22"/>
          </p:nvPr>
        </p:nvSpPr>
        <p:spPr>
          <a:xfrm>
            <a:off x="3593592" y="2185416"/>
            <a:ext cx="2286000" cy="1746504"/>
          </a:xfrm>
          <a:solidFill>
            <a:schemeClr val="accent6"/>
          </a:solidFill>
        </p:spPr>
        <p:txBody>
          <a:bodyPr/>
          <a:lstStyle/>
          <a:p>
            <a:r>
              <a:rPr lang="en-US" dirty="0"/>
              <a:t>Click icon to add picture</a:t>
            </a:r>
          </a:p>
        </p:txBody>
      </p:sp>
      <p:sp>
        <p:nvSpPr>
          <p:cNvPr id="21" name="Text Placeholder 30">
            <a:extLst>
              <a:ext uri="{FF2B5EF4-FFF2-40B4-BE49-F238E27FC236}">
                <a16:creationId xmlns:a16="http://schemas.microsoft.com/office/drawing/2014/main" xmlns="" id="{B4836FAA-F9D8-465B-8985-A5A10F5F2E29}"/>
              </a:ext>
            </a:extLst>
          </p:cNvPr>
          <p:cNvSpPr>
            <a:spLocks noGrp="1"/>
          </p:cNvSpPr>
          <p:nvPr>
            <p:ph type="body" sz="quarter" idx="17" hasCustomPrompt="1"/>
          </p:nvPr>
        </p:nvSpPr>
        <p:spPr>
          <a:xfrm>
            <a:off x="3593592" y="3971853"/>
            <a:ext cx="2286000" cy="877824"/>
          </a:xfrm>
        </p:spPr>
        <p:txBody>
          <a:bodyPr anchor="b" anchorCtr="0"/>
          <a:lstStyle>
            <a:lvl1pPr>
              <a:buNone/>
              <a:defRPr sz="2000" b="1">
                <a:solidFill>
                  <a:schemeClr val="bg2"/>
                </a:solidFill>
              </a:defRPr>
            </a:lvl1pPr>
          </a:lstStyle>
          <a:p>
            <a:pPr lvl="0"/>
            <a:r>
              <a:rPr lang="en-US" dirty="0"/>
              <a:t>Name</a:t>
            </a:r>
          </a:p>
        </p:txBody>
      </p:sp>
      <p:sp>
        <p:nvSpPr>
          <p:cNvPr id="18" name="Text Placeholder 2">
            <a:extLst>
              <a:ext uri="{FF2B5EF4-FFF2-40B4-BE49-F238E27FC236}">
                <a16:creationId xmlns:a16="http://schemas.microsoft.com/office/drawing/2014/main" xmlns="" id="{83A2A0BF-0F76-4FDC-97BF-55EBAD5FFFE7}"/>
              </a:ext>
            </a:extLst>
          </p:cNvPr>
          <p:cNvSpPr>
            <a:spLocks noGrp="1"/>
          </p:cNvSpPr>
          <p:nvPr>
            <p:ph type="body" idx="14" hasCustomPrompt="1"/>
          </p:nvPr>
        </p:nvSpPr>
        <p:spPr>
          <a:xfrm>
            <a:off x="3593592" y="4948171"/>
            <a:ext cx="2286000" cy="741904"/>
          </a:xfrm>
        </p:spPr>
        <p:txBody>
          <a:bodyPr>
            <a:noAutofit/>
          </a:bodyPr>
          <a:lstStyle>
            <a:lvl1pPr marL="0" indent="0">
              <a:buNone/>
              <a:defRPr sz="180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a:t>
            </a:r>
          </a:p>
        </p:txBody>
      </p:sp>
      <p:sp>
        <p:nvSpPr>
          <p:cNvPr id="27" name="Picture Placeholder 36">
            <a:extLst>
              <a:ext uri="{FF2B5EF4-FFF2-40B4-BE49-F238E27FC236}">
                <a16:creationId xmlns:a16="http://schemas.microsoft.com/office/drawing/2014/main" xmlns="" id="{811A58E2-70B8-4F18-AF4A-136F58682C43}"/>
              </a:ext>
            </a:extLst>
          </p:cNvPr>
          <p:cNvSpPr>
            <a:spLocks noGrp="1"/>
          </p:cNvSpPr>
          <p:nvPr>
            <p:ph type="pic" sz="quarter" idx="23"/>
          </p:nvPr>
        </p:nvSpPr>
        <p:spPr>
          <a:xfrm>
            <a:off x="6309360" y="2185416"/>
            <a:ext cx="2286000" cy="1746504"/>
          </a:xfrm>
          <a:solidFill>
            <a:schemeClr val="accent6"/>
          </a:solidFill>
        </p:spPr>
        <p:txBody>
          <a:bodyPr/>
          <a:lstStyle/>
          <a:p>
            <a:r>
              <a:rPr lang="en-US" dirty="0"/>
              <a:t>Click icon to add picture</a:t>
            </a:r>
          </a:p>
        </p:txBody>
      </p:sp>
      <p:sp>
        <p:nvSpPr>
          <p:cNvPr id="22" name="Text Placeholder 30">
            <a:extLst>
              <a:ext uri="{FF2B5EF4-FFF2-40B4-BE49-F238E27FC236}">
                <a16:creationId xmlns:a16="http://schemas.microsoft.com/office/drawing/2014/main" xmlns="" id="{51A90A66-376F-4665-B6E9-475C686D7971}"/>
              </a:ext>
            </a:extLst>
          </p:cNvPr>
          <p:cNvSpPr>
            <a:spLocks noGrp="1"/>
          </p:cNvSpPr>
          <p:nvPr>
            <p:ph type="body" sz="quarter" idx="18" hasCustomPrompt="1"/>
          </p:nvPr>
        </p:nvSpPr>
        <p:spPr>
          <a:xfrm>
            <a:off x="6309360" y="3971853"/>
            <a:ext cx="2286000" cy="877824"/>
          </a:xfrm>
        </p:spPr>
        <p:txBody>
          <a:bodyPr anchor="b" anchorCtr="0"/>
          <a:lstStyle>
            <a:lvl1pPr>
              <a:buNone/>
              <a:defRPr sz="2000" b="1">
                <a:solidFill>
                  <a:schemeClr val="bg2"/>
                </a:solidFill>
              </a:defRPr>
            </a:lvl1pPr>
          </a:lstStyle>
          <a:p>
            <a:pPr lvl="0"/>
            <a:r>
              <a:rPr lang="en-US" dirty="0"/>
              <a:t>Name</a:t>
            </a:r>
          </a:p>
        </p:txBody>
      </p:sp>
      <p:sp>
        <p:nvSpPr>
          <p:cNvPr id="19" name="Text Placeholder 2">
            <a:extLst>
              <a:ext uri="{FF2B5EF4-FFF2-40B4-BE49-F238E27FC236}">
                <a16:creationId xmlns:a16="http://schemas.microsoft.com/office/drawing/2014/main" xmlns="" id="{7FD8E69F-7035-465B-98F7-47AAF27D3AD7}"/>
              </a:ext>
            </a:extLst>
          </p:cNvPr>
          <p:cNvSpPr>
            <a:spLocks noGrp="1"/>
          </p:cNvSpPr>
          <p:nvPr>
            <p:ph type="body" idx="15" hasCustomPrompt="1"/>
          </p:nvPr>
        </p:nvSpPr>
        <p:spPr>
          <a:xfrm>
            <a:off x="6309360" y="4949098"/>
            <a:ext cx="2286000" cy="741904"/>
          </a:xfrm>
        </p:spPr>
        <p:txBody>
          <a:bodyPr>
            <a:noAutofit/>
          </a:bodyPr>
          <a:lstStyle>
            <a:lvl1pPr marL="0" indent="0">
              <a:buNone/>
              <a:defRPr sz="180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a:t>
            </a:r>
          </a:p>
        </p:txBody>
      </p:sp>
      <p:sp>
        <p:nvSpPr>
          <p:cNvPr id="28" name="Picture Placeholder 36">
            <a:extLst>
              <a:ext uri="{FF2B5EF4-FFF2-40B4-BE49-F238E27FC236}">
                <a16:creationId xmlns:a16="http://schemas.microsoft.com/office/drawing/2014/main" xmlns="" id="{D390D85C-0A55-413E-9301-4F451686AB8B}"/>
              </a:ext>
            </a:extLst>
          </p:cNvPr>
          <p:cNvSpPr>
            <a:spLocks noGrp="1"/>
          </p:cNvSpPr>
          <p:nvPr>
            <p:ph type="pic" sz="quarter" idx="24"/>
          </p:nvPr>
        </p:nvSpPr>
        <p:spPr>
          <a:xfrm>
            <a:off x="9015984" y="2185416"/>
            <a:ext cx="2286000" cy="1746504"/>
          </a:xfrm>
          <a:solidFill>
            <a:schemeClr val="accent6"/>
          </a:solidFill>
        </p:spPr>
        <p:txBody>
          <a:bodyPr/>
          <a:lstStyle/>
          <a:p>
            <a:r>
              <a:rPr lang="en-US" dirty="0"/>
              <a:t>Click icon to add picture</a:t>
            </a:r>
          </a:p>
        </p:txBody>
      </p:sp>
      <p:sp>
        <p:nvSpPr>
          <p:cNvPr id="23" name="Text Placeholder 30">
            <a:extLst>
              <a:ext uri="{FF2B5EF4-FFF2-40B4-BE49-F238E27FC236}">
                <a16:creationId xmlns:a16="http://schemas.microsoft.com/office/drawing/2014/main" xmlns="" id="{4C70777F-7849-4350-9858-AB46DD43F28E}"/>
              </a:ext>
            </a:extLst>
          </p:cNvPr>
          <p:cNvSpPr>
            <a:spLocks noGrp="1"/>
          </p:cNvSpPr>
          <p:nvPr>
            <p:ph type="body" sz="quarter" idx="19" hasCustomPrompt="1"/>
          </p:nvPr>
        </p:nvSpPr>
        <p:spPr>
          <a:xfrm>
            <a:off x="9015984" y="3976192"/>
            <a:ext cx="2286000" cy="877824"/>
          </a:xfrm>
        </p:spPr>
        <p:txBody>
          <a:bodyPr anchor="b" anchorCtr="0"/>
          <a:lstStyle>
            <a:lvl1pPr>
              <a:buNone/>
              <a:defRPr sz="2000" b="1">
                <a:solidFill>
                  <a:schemeClr val="bg2"/>
                </a:solidFill>
              </a:defRPr>
            </a:lvl1pPr>
          </a:lstStyle>
          <a:p>
            <a:pPr lvl="0"/>
            <a:r>
              <a:rPr lang="en-US" dirty="0"/>
              <a:t>Name</a:t>
            </a:r>
          </a:p>
        </p:txBody>
      </p:sp>
      <p:sp>
        <p:nvSpPr>
          <p:cNvPr id="20" name="Text Placeholder 2">
            <a:extLst>
              <a:ext uri="{FF2B5EF4-FFF2-40B4-BE49-F238E27FC236}">
                <a16:creationId xmlns:a16="http://schemas.microsoft.com/office/drawing/2014/main" xmlns="" id="{08918885-EB29-485A-A99A-D589B7ABAD71}"/>
              </a:ext>
            </a:extLst>
          </p:cNvPr>
          <p:cNvSpPr>
            <a:spLocks noGrp="1"/>
          </p:cNvSpPr>
          <p:nvPr>
            <p:ph type="body" idx="16" hasCustomPrompt="1"/>
          </p:nvPr>
        </p:nvSpPr>
        <p:spPr>
          <a:xfrm>
            <a:off x="9015984" y="4945456"/>
            <a:ext cx="2286000" cy="741904"/>
          </a:xfrm>
        </p:spPr>
        <p:txBody>
          <a:bodyPr>
            <a:noAutofit/>
          </a:bodyPr>
          <a:lstStyle>
            <a:lvl1pPr marL="0" indent="0">
              <a:buNone/>
              <a:defRPr sz="180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a:t>
            </a:r>
          </a:p>
        </p:txBody>
      </p:sp>
      <p:sp>
        <p:nvSpPr>
          <p:cNvPr id="3" name="Footer Placeholder 2">
            <a:extLst>
              <a:ext uri="{FF2B5EF4-FFF2-40B4-BE49-F238E27FC236}">
                <a16:creationId xmlns:a16="http://schemas.microsoft.com/office/drawing/2014/main" xmlns="" id="{C9753C5C-8415-4BF0-810D-A4C22F695ECF}"/>
              </a:ext>
            </a:extLst>
          </p:cNvPr>
          <p:cNvSpPr>
            <a:spLocks noGrp="1"/>
          </p:cNvSpPr>
          <p:nvPr>
            <p:ph type="ftr" sz="quarter" idx="11"/>
          </p:nvPr>
        </p:nvSpPr>
        <p:spPr/>
        <p:txBody>
          <a:bodyPr/>
          <a:lstStyle>
            <a:lvl1pPr>
              <a:defRPr>
                <a:solidFill>
                  <a:schemeClr val="bg2"/>
                </a:solidFill>
              </a:defRPr>
            </a:lvl1pPr>
          </a:lstStyle>
          <a:p>
            <a:r>
              <a:rPr lang="en-US" dirty="0"/>
              <a:t>Sample Footer Text</a:t>
            </a:r>
          </a:p>
        </p:txBody>
      </p:sp>
      <p:sp>
        <p:nvSpPr>
          <p:cNvPr id="2" name="Date Placeholder 1">
            <a:extLst>
              <a:ext uri="{FF2B5EF4-FFF2-40B4-BE49-F238E27FC236}">
                <a16:creationId xmlns:a16="http://schemas.microsoft.com/office/drawing/2014/main" xmlns=""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Slide Number Placeholder 3">
            <a:extLst>
              <a:ext uri="{FF2B5EF4-FFF2-40B4-BE49-F238E27FC236}">
                <a16:creationId xmlns:a16="http://schemas.microsoft.com/office/drawing/2014/main" xmlns=""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579113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10_Content 2 column (comparison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C51886-4F39-4E3E-948D-DBC73F267AED}"/>
              </a:ext>
            </a:extLst>
          </p:cNvPr>
          <p:cNvSpPr>
            <a:spLocks noGrp="1"/>
          </p:cNvSpPr>
          <p:nvPr>
            <p:ph type="title"/>
          </p:nvPr>
        </p:nvSpPr>
        <p:spPr>
          <a:xfrm>
            <a:off x="839788" y="448056"/>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4B2C7B2A-B6BE-46FD-9278-A5246BF7EEB8}"/>
              </a:ext>
            </a:extLst>
          </p:cNvPr>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BAE85295-E4B5-4D75-954F-B07A2F4CABF8}"/>
              </a:ext>
            </a:extLst>
          </p:cNvPr>
          <p:cNvSpPr>
            <a:spLocks noGrp="1"/>
          </p:cNvSpPr>
          <p:nvPr>
            <p:ph sz="half" idx="2"/>
          </p:nvPr>
        </p:nvSpPr>
        <p:spPr>
          <a:xfrm>
            <a:off x="839788" y="2635623"/>
            <a:ext cx="5157787" cy="3554039"/>
          </a:xfrm>
        </p:spPr>
        <p:txBody>
          <a:bodyPr>
            <a:noAutofit/>
          </a:bodyPr>
          <a:lstStyle>
            <a:lvl1pPr marL="283464" indent="-283464">
              <a:defRPr sz="2000"/>
            </a:lvl1pPr>
            <a:lvl2pPr marL="283464" indent="-283464">
              <a:defRPr sz="1800"/>
            </a:lvl2pPr>
            <a:lvl3pPr marL="283464" indent="-283464">
              <a:defRPr sz="1600"/>
            </a:lvl3pPr>
            <a:lvl4pPr marL="283464" indent="-283464">
              <a:defRPr sz="1400"/>
            </a:lvl4pPr>
            <a:lvl5pPr marL="283464" indent="-283464">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xmlns="" id="{E687ABF0-C78D-4589-8FA5-0D6238B4B084}"/>
              </a:ext>
            </a:extLst>
          </p:cNvPr>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EC6A4064-2E0A-4FC3-837B-14EC0EF3A652}"/>
              </a:ext>
            </a:extLst>
          </p:cNvPr>
          <p:cNvSpPr>
            <a:spLocks noGrp="1"/>
          </p:cNvSpPr>
          <p:nvPr>
            <p:ph sz="quarter" idx="4"/>
          </p:nvPr>
        </p:nvSpPr>
        <p:spPr>
          <a:xfrm>
            <a:off x="6172200" y="2635623"/>
            <a:ext cx="5183188" cy="3554040"/>
          </a:xfrm>
        </p:spPr>
        <p:txBody>
          <a:bodyPr>
            <a:noAutofit/>
          </a:bodyPr>
          <a:lstStyle>
            <a:lvl1pPr marL="283464" indent="-283464">
              <a:defRPr sz="2000"/>
            </a:lvl1pPr>
            <a:lvl2pPr marL="283464" indent="-283464">
              <a:defRPr sz="1800"/>
            </a:lvl2pPr>
            <a:lvl3pPr marL="283464" indent="-283464">
              <a:defRPr sz="1600"/>
            </a:lvl3pPr>
            <a:lvl4pPr marL="283464" indent="-283464">
              <a:defRPr sz="1400"/>
            </a:lvl4pPr>
            <a:lvl5pPr marL="283464" indent="-283464">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xmlns="" id="{F14EC709-AAD9-475C-AC6A-943A8E872A97}"/>
              </a:ext>
            </a:extLst>
          </p:cNvPr>
          <p:cNvSpPr>
            <a:spLocks noGrp="1"/>
          </p:cNvSpPr>
          <p:nvPr>
            <p:ph type="ftr" sz="quarter" idx="11"/>
          </p:nvPr>
        </p:nvSpPr>
        <p:spPr/>
        <p:txBody>
          <a:bodyPr/>
          <a:lstStyle/>
          <a:p>
            <a:r>
              <a:rPr lang="en-US" dirty="0"/>
              <a:t>Sample Footer Text</a:t>
            </a:r>
          </a:p>
        </p:txBody>
      </p:sp>
      <p:sp>
        <p:nvSpPr>
          <p:cNvPr id="7" name="Date Placeholder 6">
            <a:extLst>
              <a:ext uri="{FF2B5EF4-FFF2-40B4-BE49-F238E27FC236}">
                <a16:creationId xmlns:a16="http://schemas.microsoft.com/office/drawing/2014/main" xmlns="" id="{38E3C169-8D29-4CC4-9581-748178F3C00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9" name="Slide Number Placeholder 8">
            <a:extLst>
              <a:ext uri="{FF2B5EF4-FFF2-40B4-BE49-F238E27FC236}">
                <a16:creationId xmlns:a16="http://schemas.microsoft.com/office/drawing/2014/main" xmlns="" id="{020C0E3E-587D-46EB-AAF5-011C137B0309}"/>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695568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C51886-4F39-4E3E-948D-DBC73F267AED}"/>
              </a:ext>
            </a:extLst>
          </p:cNvPr>
          <p:cNvSpPr>
            <a:spLocks noGrp="1"/>
          </p:cNvSpPr>
          <p:nvPr>
            <p:ph type="title"/>
          </p:nvPr>
        </p:nvSpPr>
        <p:spPr>
          <a:xfrm>
            <a:off x="838200" y="448056"/>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4B2C7B2A-B6BE-46FD-9278-A5246BF7EEB8}"/>
              </a:ext>
            </a:extLst>
          </p:cNvPr>
          <p:cNvSpPr>
            <a:spLocks noGrp="1"/>
          </p:cNvSpPr>
          <p:nvPr>
            <p:ph type="body" idx="1"/>
          </p:nvPr>
        </p:nvSpPr>
        <p:spPr>
          <a:xfrm>
            <a:off x="839788" y="1681163"/>
            <a:ext cx="3200400"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BAE85295-E4B5-4D75-954F-B07A2F4CABF8}"/>
              </a:ext>
            </a:extLst>
          </p:cNvPr>
          <p:cNvSpPr>
            <a:spLocks noGrp="1"/>
          </p:cNvSpPr>
          <p:nvPr>
            <p:ph sz="half" idx="2"/>
          </p:nvPr>
        </p:nvSpPr>
        <p:spPr>
          <a:xfrm>
            <a:off x="839788" y="2635623"/>
            <a:ext cx="3200400" cy="3554039"/>
          </a:xfrm>
        </p:spPr>
        <p:txBody>
          <a:bodyPr>
            <a:normAutofit/>
          </a:bodyPr>
          <a:lstStyle>
            <a:lvl1pPr marL="283464" indent="-283464">
              <a:defRPr sz="1400"/>
            </a:lvl1pPr>
            <a:lvl2pPr marL="283464" indent="-283464">
              <a:defRPr sz="1400"/>
            </a:lvl2pPr>
            <a:lvl3pPr marL="283464" indent="-283464">
              <a:defRPr sz="1400"/>
            </a:lvl3pPr>
            <a:lvl4pPr marL="283464" indent="-283464">
              <a:defRPr sz="1400"/>
            </a:lvl4pPr>
            <a:lvl5pPr marL="283464" indent="-283464">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xmlns="" id="{E687ABF0-C78D-4589-8FA5-0D6238B4B084}"/>
              </a:ext>
            </a:extLst>
          </p:cNvPr>
          <p:cNvSpPr>
            <a:spLocks noGrp="1"/>
          </p:cNvSpPr>
          <p:nvPr>
            <p:ph type="body" sz="quarter" idx="3"/>
          </p:nvPr>
        </p:nvSpPr>
        <p:spPr>
          <a:xfrm>
            <a:off x="4496597" y="1679012"/>
            <a:ext cx="3200400"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EC6A4064-2E0A-4FC3-837B-14EC0EF3A652}"/>
              </a:ext>
            </a:extLst>
          </p:cNvPr>
          <p:cNvSpPr>
            <a:spLocks noGrp="1"/>
          </p:cNvSpPr>
          <p:nvPr>
            <p:ph sz="quarter" idx="4"/>
          </p:nvPr>
        </p:nvSpPr>
        <p:spPr>
          <a:xfrm>
            <a:off x="4496597" y="2633472"/>
            <a:ext cx="3200400" cy="3554040"/>
          </a:xfrm>
        </p:spPr>
        <p:txBody>
          <a:bodyPr>
            <a:normAutofit/>
          </a:bodyPr>
          <a:lstStyle>
            <a:lvl1pPr marL="283464" indent="-283464">
              <a:defRPr sz="1400"/>
            </a:lvl1pPr>
            <a:lvl2pPr marL="283464" indent="-283464">
              <a:defRPr sz="1400"/>
            </a:lvl2pPr>
            <a:lvl3pPr marL="283464" indent="-283464">
              <a:defRPr sz="1400"/>
            </a:lvl3pPr>
            <a:lvl4pPr marL="283464" indent="-283464">
              <a:defRPr sz="1400"/>
            </a:lvl4pPr>
            <a:lvl5pPr marL="283464" indent="-283464">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xmlns="" id="{255FA165-37DF-4E15-9395-3DD34C0F1CC8}"/>
              </a:ext>
            </a:extLst>
          </p:cNvPr>
          <p:cNvSpPr>
            <a:spLocks noGrp="1"/>
          </p:cNvSpPr>
          <p:nvPr>
            <p:ph type="body" sz="quarter" idx="13"/>
          </p:nvPr>
        </p:nvSpPr>
        <p:spPr>
          <a:xfrm>
            <a:off x="8153406" y="1682496"/>
            <a:ext cx="3200400"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5">
            <a:extLst>
              <a:ext uri="{FF2B5EF4-FFF2-40B4-BE49-F238E27FC236}">
                <a16:creationId xmlns:a16="http://schemas.microsoft.com/office/drawing/2014/main" xmlns="" id="{CAFAE5B4-E9C2-4CEE-AE3C-EAD0E4227781}"/>
              </a:ext>
            </a:extLst>
          </p:cNvPr>
          <p:cNvSpPr>
            <a:spLocks noGrp="1"/>
          </p:cNvSpPr>
          <p:nvPr>
            <p:ph sz="quarter" idx="14"/>
          </p:nvPr>
        </p:nvSpPr>
        <p:spPr>
          <a:xfrm>
            <a:off x="8153406" y="2633472"/>
            <a:ext cx="3200400" cy="3554040"/>
          </a:xfrm>
        </p:spPr>
        <p:txBody>
          <a:bodyPr>
            <a:normAutofit/>
          </a:bodyPr>
          <a:lstStyle>
            <a:lvl1pPr marL="283464" indent="-283464">
              <a:defRPr sz="1400"/>
            </a:lvl1pPr>
            <a:lvl2pPr marL="283464" indent="-283464">
              <a:defRPr sz="1400"/>
            </a:lvl2pPr>
            <a:lvl3pPr marL="283464" indent="-283464">
              <a:defRPr sz="1400"/>
            </a:lvl3pPr>
            <a:lvl4pPr marL="283464" indent="-283464">
              <a:defRPr sz="1400"/>
            </a:lvl4pPr>
            <a:lvl5pPr marL="283464" indent="-283464">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xmlns="" id="{F14EC709-AAD9-475C-AC6A-943A8E872A97}"/>
              </a:ext>
            </a:extLst>
          </p:cNvPr>
          <p:cNvSpPr>
            <a:spLocks noGrp="1"/>
          </p:cNvSpPr>
          <p:nvPr>
            <p:ph type="ftr" sz="quarter" idx="11"/>
          </p:nvPr>
        </p:nvSpPr>
        <p:spPr/>
        <p:txBody>
          <a:bodyPr/>
          <a:lstStyle/>
          <a:p>
            <a:r>
              <a:rPr lang="en-US" dirty="0"/>
              <a:t>Sample Footer Text</a:t>
            </a:r>
          </a:p>
        </p:txBody>
      </p:sp>
      <p:sp>
        <p:nvSpPr>
          <p:cNvPr id="7" name="Date Placeholder 6">
            <a:extLst>
              <a:ext uri="{FF2B5EF4-FFF2-40B4-BE49-F238E27FC236}">
                <a16:creationId xmlns:a16="http://schemas.microsoft.com/office/drawing/2014/main" xmlns="" id="{38E3C169-8D29-4CC4-9581-748178F3C00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9" name="Slide Number Placeholder 8">
            <a:extLst>
              <a:ext uri="{FF2B5EF4-FFF2-40B4-BE49-F238E27FC236}">
                <a16:creationId xmlns:a16="http://schemas.microsoft.com/office/drawing/2014/main" xmlns="" id="{020C0E3E-587D-46EB-AAF5-011C137B0309}"/>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41797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2_Summar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B8F77B68-7FA5-4C67-BB5E-544A66A74753}"/>
              </a:ext>
              <a:ext uri="{C183D7F6-B498-43B3-948B-1728B52AA6E4}">
                <adec:decorative xmlns:adec="http://schemas.microsoft.com/office/drawing/2017/decorative" xmlns="" val="1"/>
              </a:ext>
            </a:extLst>
          </p:cNvPr>
          <p:cNvSpPr/>
          <p:nvPr userDrawn="1"/>
        </p:nvSpPr>
        <p:spPr>
          <a:xfrm>
            <a:off x="0" y="0"/>
            <a:ext cx="12192000" cy="21289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xmlns="" id="{0459E3D4-4913-4324-9732-B962CCA5DAB4}"/>
              </a:ext>
            </a:extLst>
          </p:cNvPr>
          <p:cNvSpPr>
            <a:spLocks noGrp="1"/>
          </p:cNvSpPr>
          <p:nvPr>
            <p:ph type="title"/>
          </p:nvPr>
        </p:nvSpPr>
        <p:spPr>
          <a:xfrm>
            <a:off x="914401" y="443553"/>
            <a:ext cx="9914859" cy="1325880"/>
          </a:xfrm>
        </p:spPr>
        <p:txBody>
          <a:bodyPr/>
          <a:lstStyle>
            <a:lvl1pPr>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12" name="Content Placeholder 9">
            <a:extLst>
              <a:ext uri="{FF2B5EF4-FFF2-40B4-BE49-F238E27FC236}">
                <a16:creationId xmlns:a16="http://schemas.microsoft.com/office/drawing/2014/main" xmlns="" id="{FE71C6AE-BA35-4C02-9C7B-2A2D9775DFEF}"/>
              </a:ext>
            </a:extLst>
          </p:cNvPr>
          <p:cNvSpPr>
            <a:spLocks noGrp="1"/>
          </p:cNvSpPr>
          <p:nvPr>
            <p:ph idx="1"/>
          </p:nvPr>
        </p:nvSpPr>
        <p:spPr>
          <a:xfrm>
            <a:off x="914400" y="2709080"/>
            <a:ext cx="5868537" cy="3467881"/>
          </a:xfrm>
        </p:spPr>
        <p:txBody>
          <a:bodyPr/>
          <a:lstStyle>
            <a:lvl1pPr marL="0" indent="0">
              <a:buNone/>
              <a:defRPr baseline="0"/>
            </a:lvl1pPr>
          </a:lstStyle>
          <a:p>
            <a:pPr lvl="0"/>
            <a:r>
              <a:rPr lang="en-US"/>
              <a:t>Click to edit Master text styles</a:t>
            </a:r>
          </a:p>
        </p:txBody>
      </p:sp>
      <p:sp>
        <p:nvSpPr>
          <p:cNvPr id="17" name="Freeform: Shape 16">
            <a:extLst>
              <a:ext uri="{FF2B5EF4-FFF2-40B4-BE49-F238E27FC236}">
                <a16:creationId xmlns:a16="http://schemas.microsoft.com/office/drawing/2014/main" xmlns="" id="{2F8E2564-CCE3-4E5F-BA7A-BE1CD195CC41}"/>
              </a:ext>
              <a:ext uri="{C183D7F6-B498-43B3-948B-1728B52AA6E4}">
                <adec:decorative xmlns:adec="http://schemas.microsoft.com/office/drawing/2017/decorative" xmlns="" val="1"/>
              </a:ext>
            </a:extLst>
          </p:cNvPr>
          <p:cNvSpPr/>
          <p:nvPr userDrawn="1"/>
        </p:nvSpPr>
        <p:spPr>
          <a:xfrm>
            <a:off x="9844851" y="1"/>
            <a:ext cx="2347150" cy="4454343"/>
          </a:xfrm>
          <a:custGeom>
            <a:avLst/>
            <a:gdLst>
              <a:gd name="connsiteX0" fmla="*/ 2329738 w 2347151"/>
              <a:gd name="connsiteY0" fmla="*/ 0 h 4454343"/>
              <a:gd name="connsiteX1" fmla="*/ 2347151 w 2347151"/>
              <a:gd name="connsiteY1" fmla="*/ 0 h 4454343"/>
              <a:gd name="connsiteX2" fmla="*/ 2347151 w 2347151"/>
              <a:gd name="connsiteY2" fmla="*/ 4454343 h 4454343"/>
              <a:gd name="connsiteX3" fmla="*/ 2340504 w 2347151"/>
              <a:gd name="connsiteY3" fmla="*/ 4322705 h 4454343"/>
              <a:gd name="connsiteX4" fmla="*/ 134816 w 2347151"/>
              <a:gd name="connsiteY4" fmla="*/ 2130974 h 4454343"/>
              <a:gd name="connsiteX5" fmla="*/ 0 w 2347151"/>
              <a:gd name="connsiteY5" fmla="*/ 2124591 h 4454343"/>
              <a:gd name="connsiteX6" fmla="*/ 134816 w 2347151"/>
              <a:gd name="connsiteY6" fmla="*/ 2118208 h 4454343"/>
              <a:gd name="connsiteX7" fmla="*/ 2309087 w 2347151"/>
              <a:gd name="connsiteY7" fmla="*/ 141037 h 445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7151" h="4454343">
                <a:moveTo>
                  <a:pt x="2329738" y="0"/>
                </a:moveTo>
                <a:lnTo>
                  <a:pt x="2347151" y="0"/>
                </a:lnTo>
                <a:lnTo>
                  <a:pt x="2347151" y="4454343"/>
                </a:lnTo>
                <a:lnTo>
                  <a:pt x="2340504" y="4322705"/>
                </a:lnTo>
                <a:cubicBezTo>
                  <a:pt x="2222700" y="3162715"/>
                  <a:pt x="1296917" y="2241584"/>
                  <a:pt x="134816" y="2130974"/>
                </a:cubicBezTo>
                <a:lnTo>
                  <a:pt x="0" y="2124591"/>
                </a:lnTo>
                <a:lnTo>
                  <a:pt x="134816" y="2118208"/>
                </a:lnTo>
                <a:cubicBezTo>
                  <a:pt x="1224286" y="2014511"/>
                  <a:pt x="2106054" y="1198443"/>
                  <a:pt x="2309087" y="141037"/>
                </a:cubicBez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Picture Placeholder 23">
            <a:extLst>
              <a:ext uri="{FF2B5EF4-FFF2-40B4-BE49-F238E27FC236}">
                <a16:creationId xmlns:a16="http://schemas.microsoft.com/office/drawing/2014/main" xmlns="" id="{70E4796D-B53A-4567-BE9E-482FEC3EDB2A}"/>
              </a:ext>
            </a:extLst>
          </p:cNvPr>
          <p:cNvSpPr>
            <a:spLocks noGrp="1"/>
          </p:cNvSpPr>
          <p:nvPr>
            <p:ph type="pic" sz="quarter" idx="13"/>
          </p:nvPr>
        </p:nvSpPr>
        <p:spPr>
          <a:xfrm>
            <a:off x="7326184" y="2126134"/>
            <a:ext cx="2434622" cy="2503056"/>
          </a:xfrm>
          <a:custGeom>
            <a:avLst/>
            <a:gdLst>
              <a:gd name="connsiteX0" fmla="*/ 0 w 2434622"/>
              <a:gd name="connsiteY0" fmla="*/ 0 h 2381427"/>
              <a:gd name="connsiteX1" fmla="*/ 2434622 w 2434622"/>
              <a:gd name="connsiteY1" fmla="*/ 0 h 2381427"/>
              <a:gd name="connsiteX2" fmla="*/ 2434622 w 2434622"/>
              <a:gd name="connsiteY2" fmla="*/ 2381427 h 2381427"/>
              <a:gd name="connsiteX3" fmla="*/ 0 w 2434622"/>
              <a:gd name="connsiteY3" fmla="*/ 2381427 h 2381427"/>
            </a:gdLst>
            <a:ahLst/>
            <a:cxnLst>
              <a:cxn ang="0">
                <a:pos x="connsiteX0" y="connsiteY0"/>
              </a:cxn>
              <a:cxn ang="0">
                <a:pos x="connsiteX1" y="connsiteY1"/>
              </a:cxn>
              <a:cxn ang="0">
                <a:pos x="connsiteX2" y="connsiteY2"/>
              </a:cxn>
              <a:cxn ang="0">
                <a:pos x="connsiteX3" y="connsiteY3"/>
              </a:cxn>
            </a:cxnLst>
            <a:rect l="l" t="t" r="r" b="b"/>
            <a:pathLst>
              <a:path w="2434622" h="2381427">
                <a:moveTo>
                  <a:pt x="0" y="0"/>
                </a:moveTo>
                <a:lnTo>
                  <a:pt x="2434622" y="0"/>
                </a:lnTo>
                <a:lnTo>
                  <a:pt x="2434622" y="2381427"/>
                </a:lnTo>
                <a:lnTo>
                  <a:pt x="0" y="2381427"/>
                </a:lnTo>
                <a:close/>
              </a:path>
            </a:pathLst>
          </a:custGeom>
          <a:solidFill>
            <a:schemeClr val="accent6"/>
          </a:solidFill>
        </p:spPr>
        <p:txBody>
          <a:bodyPr wrap="square">
            <a:noAutofit/>
          </a:bodyPr>
          <a:lstStyle/>
          <a:p>
            <a:r>
              <a:rPr lang="en-US" dirty="0"/>
              <a:t>Click icon to add picture</a:t>
            </a:r>
          </a:p>
        </p:txBody>
      </p:sp>
      <p:sp>
        <p:nvSpPr>
          <p:cNvPr id="30" name="Picture Placeholder 29">
            <a:extLst>
              <a:ext uri="{FF2B5EF4-FFF2-40B4-BE49-F238E27FC236}">
                <a16:creationId xmlns:a16="http://schemas.microsoft.com/office/drawing/2014/main" xmlns="" id="{1FD357AB-C536-40A5-BB4E-AD59A1D930C4}"/>
              </a:ext>
            </a:extLst>
          </p:cNvPr>
          <p:cNvSpPr>
            <a:spLocks noGrp="1"/>
          </p:cNvSpPr>
          <p:nvPr>
            <p:ph type="pic" sz="quarter" idx="14"/>
          </p:nvPr>
        </p:nvSpPr>
        <p:spPr>
          <a:xfrm>
            <a:off x="9759092" y="2118839"/>
            <a:ext cx="2432908" cy="2498880"/>
          </a:xfrm>
          <a:custGeom>
            <a:avLst/>
            <a:gdLst>
              <a:gd name="connsiteX0" fmla="*/ 0 w 2425326"/>
              <a:gd name="connsiteY0" fmla="*/ 0 h 2381426"/>
              <a:gd name="connsiteX1" fmla="*/ 254330 w 2425326"/>
              <a:gd name="connsiteY1" fmla="*/ 0 h 2381426"/>
              <a:gd name="connsiteX2" fmla="*/ 433844 w 2425326"/>
              <a:gd name="connsiteY2" fmla="*/ 25132 h 2381426"/>
              <a:gd name="connsiteX3" fmla="*/ 2424547 w 2425326"/>
              <a:gd name="connsiteY3" fmla="*/ 2186765 h 2381426"/>
              <a:gd name="connsiteX4" fmla="*/ 2425326 w 2425326"/>
              <a:gd name="connsiteY4" fmla="*/ 2202193 h 2381426"/>
              <a:gd name="connsiteX5" fmla="*/ 2425326 w 2425326"/>
              <a:gd name="connsiteY5" fmla="*/ 2381426 h 2381426"/>
              <a:gd name="connsiteX6" fmla="*/ 0 w 2425326"/>
              <a:gd name="connsiteY6" fmla="*/ 2381426 h 2381426"/>
              <a:gd name="connsiteX0" fmla="*/ 0 w 2701627"/>
              <a:gd name="connsiteY0" fmla="*/ 0 h 2419519"/>
              <a:gd name="connsiteX1" fmla="*/ 254330 w 2701627"/>
              <a:gd name="connsiteY1" fmla="*/ 0 h 2419519"/>
              <a:gd name="connsiteX2" fmla="*/ 433844 w 2701627"/>
              <a:gd name="connsiteY2" fmla="*/ 25132 h 2419519"/>
              <a:gd name="connsiteX3" fmla="*/ 2424547 w 2701627"/>
              <a:gd name="connsiteY3" fmla="*/ 2186765 h 2419519"/>
              <a:gd name="connsiteX4" fmla="*/ 2425326 w 2701627"/>
              <a:gd name="connsiteY4" fmla="*/ 2381426 h 2419519"/>
              <a:gd name="connsiteX5" fmla="*/ 0 w 2701627"/>
              <a:gd name="connsiteY5" fmla="*/ 2381426 h 2419519"/>
              <a:gd name="connsiteX6" fmla="*/ 0 w 2701627"/>
              <a:gd name="connsiteY6" fmla="*/ 0 h 2419519"/>
              <a:gd name="connsiteX0" fmla="*/ 0 w 2427563"/>
              <a:gd name="connsiteY0" fmla="*/ 0 h 2381426"/>
              <a:gd name="connsiteX1" fmla="*/ 254330 w 2427563"/>
              <a:gd name="connsiteY1" fmla="*/ 0 h 2381426"/>
              <a:gd name="connsiteX2" fmla="*/ 433844 w 2427563"/>
              <a:gd name="connsiteY2" fmla="*/ 25132 h 2381426"/>
              <a:gd name="connsiteX3" fmla="*/ 2425326 w 2427563"/>
              <a:gd name="connsiteY3" fmla="*/ 2381426 h 2381426"/>
              <a:gd name="connsiteX4" fmla="*/ 0 w 2427563"/>
              <a:gd name="connsiteY4" fmla="*/ 2381426 h 2381426"/>
              <a:gd name="connsiteX5" fmla="*/ 0 w 2427563"/>
              <a:gd name="connsiteY5" fmla="*/ 0 h 2381426"/>
              <a:gd name="connsiteX0" fmla="*/ 0 w 2425384"/>
              <a:gd name="connsiteY0" fmla="*/ 0 h 2381426"/>
              <a:gd name="connsiteX1" fmla="*/ 254330 w 2425384"/>
              <a:gd name="connsiteY1" fmla="*/ 0 h 2381426"/>
              <a:gd name="connsiteX2" fmla="*/ 433844 w 2425384"/>
              <a:gd name="connsiteY2" fmla="*/ 25132 h 2381426"/>
              <a:gd name="connsiteX3" fmla="*/ 2425326 w 2425384"/>
              <a:gd name="connsiteY3" fmla="*/ 2381426 h 2381426"/>
              <a:gd name="connsiteX4" fmla="*/ 0 w 2425384"/>
              <a:gd name="connsiteY4" fmla="*/ 2381426 h 2381426"/>
              <a:gd name="connsiteX5" fmla="*/ 0 w 2425384"/>
              <a:gd name="connsiteY5" fmla="*/ 0 h 2381426"/>
              <a:gd name="connsiteX0" fmla="*/ 0 w 2425326"/>
              <a:gd name="connsiteY0" fmla="*/ 0 h 2381426"/>
              <a:gd name="connsiteX1" fmla="*/ 254330 w 2425326"/>
              <a:gd name="connsiteY1" fmla="*/ 0 h 2381426"/>
              <a:gd name="connsiteX2" fmla="*/ 2425326 w 2425326"/>
              <a:gd name="connsiteY2" fmla="*/ 2381426 h 2381426"/>
              <a:gd name="connsiteX3" fmla="*/ 0 w 2425326"/>
              <a:gd name="connsiteY3" fmla="*/ 2381426 h 2381426"/>
              <a:gd name="connsiteX4" fmla="*/ 0 w 2425326"/>
              <a:gd name="connsiteY4" fmla="*/ 0 h 2381426"/>
              <a:gd name="connsiteX0" fmla="*/ 0 w 2425326"/>
              <a:gd name="connsiteY0" fmla="*/ 0 h 2381426"/>
              <a:gd name="connsiteX1" fmla="*/ 2425326 w 2425326"/>
              <a:gd name="connsiteY1" fmla="*/ 2381426 h 2381426"/>
              <a:gd name="connsiteX2" fmla="*/ 0 w 2425326"/>
              <a:gd name="connsiteY2" fmla="*/ 2381426 h 2381426"/>
              <a:gd name="connsiteX3" fmla="*/ 0 w 2425326"/>
              <a:gd name="connsiteY3" fmla="*/ 0 h 2381426"/>
              <a:gd name="connsiteX0" fmla="*/ 0 w 2425326"/>
              <a:gd name="connsiteY0" fmla="*/ 0 h 2381426"/>
              <a:gd name="connsiteX1" fmla="*/ 2425326 w 2425326"/>
              <a:gd name="connsiteY1" fmla="*/ 2381426 h 2381426"/>
              <a:gd name="connsiteX2" fmla="*/ 0 w 2425326"/>
              <a:gd name="connsiteY2" fmla="*/ 2381426 h 2381426"/>
              <a:gd name="connsiteX3" fmla="*/ 0 w 2425326"/>
              <a:gd name="connsiteY3" fmla="*/ 0 h 2381426"/>
              <a:gd name="connsiteX0" fmla="*/ 0 w 2425326"/>
              <a:gd name="connsiteY0" fmla="*/ 0 h 2381426"/>
              <a:gd name="connsiteX1" fmla="*/ 2425326 w 2425326"/>
              <a:gd name="connsiteY1" fmla="*/ 2381426 h 2381426"/>
              <a:gd name="connsiteX2" fmla="*/ 0 w 2425326"/>
              <a:gd name="connsiteY2" fmla="*/ 2381426 h 2381426"/>
              <a:gd name="connsiteX3" fmla="*/ 0 w 2425326"/>
              <a:gd name="connsiteY3" fmla="*/ 0 h 2381426"/>
              <a:gd name="connsiteX0" fmla="*/ 0 w 2425326"/>
              <a:gd name="connsiteY0" fmla="*/ 0 h 2381426"/>
              <a:gd name="connsiteX1" fmla="*/ 2425326 w 2425326"/>
              <a:gd name="connsiteY1" fmla="*/ 2381426 h 2381426"/>
              <a:gd name="connsiteX2" fmla="*/ 0 w 2425326"/>
              <a:gd name="connsiteY2" fmla="*/ 2381426 h 2381426"/>
              <a:gd name="connsiteX3" fmla="*/ 0 w 2425326"/>
              <a:gd name="connsiteY3" fmla="*/ 0 h 2381426"/>
              <a:gd name="connsiteX0" fmla="*/ 0 w 2425326"/>
              <a:gd name="connsiteY0" fmla="*/ 14 h 2381440"/>
              <a:gd name="connsiteX1" fmla="*/ 2425326 w 2425326"/>
              <a:gd name="connsiteY1" fmla="*/ 2381440 h 2381440"/>
              <a:gd name="connsiteX2" fmla="*/ 0 w 2425326"/>
              <a:gd name="connsiteY2" fmla="*/ 2381440 h 2381440"/>
              <a:gd name="connsiteX3" fmla="*/ 0 w 2425326"/>
              <a:gd name="connsiteY3" fmla="*/ 14 h 2381440"/>
              <a:gd name="connsiteX0" fmla="*/ 0 w 2427169"/>
              <a:gd name="connsiteY0" fmla="*/ 14 h 2381440"/>
              <a:gd name="connsiteX1" fmla="*/ 2425326 w 2427169"/>
              <a:gd name="connsiteY1" fmla="*/ 2381440 h 2381440"/>
              <a:gd name="connsiteX2" fmla="*/ 0 w 2427169"/>
              <a:gd name="connsiteY2" fmla="*/ 2381440 h 2381440"/>
              <a:gd name="connsiteX3" fmla="*/ 0 w 2427169"/>
              <a:gd name="connsiteY3" fmla="*/ 14 h 2381440"/>
            </a:gdLst>
            <a:ahLst/>
            <a:cxnLst>
              <a:cxn ang="0">
                <a:pos x="connsiteX0" y="connsiteY0"/>
              </a:cxn>
              <a:cxn ang="0">
                <a:pos x="connsiteX1" y="connsiteY1"/>
              </a:cxn>
              <a:cxn ang="0">
                <a:pos x="connsiteX2" y="connsiteY2"/>
              </a:cxn>
              <a:cxn ang="0">
                <a:pos x="connsiteX3" y="connsiteY3"/>
              </a:cxn>
            </a:cxnLst>
            <a:rect l="l" t="t" r="r" b="b"/>
            <a:pathLst>
              <a:path w="2427169" h="2381440">
                <a:moveTo>
                  <a:pt x="0" y="14"/>
                </a:moveTo>
                <a:cubicBezTo>
                  <a:pt x="1692362" y="-4985"/>
                  <a:pt x="2470324" y="1326204"/>
                  <a:pt x="2425326" y="2381440"/>
                </a:cubicBezTo>
                <a:lnTo>
                  <a:pt x="0" y="2381440"/>
                </a:lnTo>
                <a:lnTo>
                  <a:pt x="0" y="14"/>
                </a:lnTo>
                <a:close/>
              </a:path>
            </a:pathLst>
          </a:custGeom>
          <a:solidFill>
            <a:schemeClr val="accent6">
              <a:lumMod val="60000"/>
              <a:lumOff val="40000"/>
            </a:schemeClr>
          </a:solidFill>
        </p:spPr>
        <p:txBody>
          <a:bodyPr wrap="square">
            <a:noAutofit/>
          </a:bodyPr>
          <a:lstStyle/>
          <a:p>
            <a:r>
              <a:rPr lang="en-US" dirty="0"/>
              <a:t>Click icon to add picture</a:t>
            </a:r>
          </a:p>
        </p:txBody>
      </p:sp>
      <p:sp>
        <p:nvSpPr>
          <p:cNvPr id="3" name="Footer Placeholder 2">
            <a:extLst>
              <a:ext uri="{FF2B5EF4-FFF2-40B4-BE49-F238E27FC236}">
                <a16:creationId xmlns:a16="http://schemas.microsoft.com/office/drawing/2014/main" xmlns="" id="{C9753C5C-8415-4BF0-810D-A4C22F695ECF}"/>
              </a:ext>
            </a:extLst>
          </p:cNvPr>
          <p:cNvSpPr>
            <a:spLocks noGrp="1"/>
          </p:cNvSpPr>
          <p:nvPr>
            <p:ph type="ftr" sz="quarter" idx="11"/>
          </p:nvPr>
        </p:nvSpPr>
        <p:spPr/>
        <p:txBody>
          <a:bodyPr/>
          <a:lstStyle/>
          <a:p>
            <a:r>
              <a:rPr lang="en-US" dirty="0"/>
              <a:t>Sample Footer Text</a:t>
            </a:r>
          </a:p>
        </p:txBody>
      </p:sp>
      <p:sp>
        <p:nvSpPr>
          <p:cNvPr id="33" name="Picture Placeholder 32">
            <a:extLst>
              <a:ext uri="{FF2B5EF4-FFF2-40B4-BE49-F238E27FC236}">
                <a16:creationId xmlns:a16="http://schemas.microsoft.com/office/drawing/2014/main" xmlns="" id="{EF54B49C-CC16-4438-9923-F41C8E75273E}"/>
              </a:ext>
            </a:extLst>
          </p:cNvPr>
          <p:cNvSpPr>
            <a:spLocks noGrp="1"/>
          </p:cNvSpPr>
          <p:nvPr>
            <p:ph type="pic" sz="quarter" idx="15"/>
          </p:nvPr>
        </p:nvSpPr>
        <p:spPr>
          <a:xfrm>
            <a:off x="7324344" y="4503573"/>
            <a:ext cx="2434622" cy="2354427"/>
          </a:xfrm>
          <a:custGeom>
            <a:avLst/>
            <a:gdLst>
              <a:gd name="connsiteX0" fmla="*/ 0 w 2434622"/>
              <a:gd name="connsiteY0" fmla="*/ 0 h 2381427"/>
              <a:gd name="connsiteX1" fmla="*/ 2434622 w 2434622"/>
              <a:gd name="connsiteY1" fmla="*/ 0 h 2381427"/>
              <a:gd name="connsiteX2" fmla="*/ 2434622 w 2434622"/>
              <a:gd name="connsiteY2" fmla="*/ 2381427 h 2381427"/>
              <a:gd name="connsiteX3" fmla="*/ 0 w 2434622"/>
              <a:gd name="connsiteY3" fmla="*/ 2381427 h 2381427"/>
            </a:gdLst>
            <a:ahLst/>
            <a:cxnLst>
              <a:cxn ang="0">
                <a:pos x="connsiteX0" y="connsiteY0"/>
              </a:cxn>
              <a:cxn ang="0">
                <a:pos x="connsiteX1" y="connsiteY1"/>
              </a:cxn>
              <a:cxn ang="0">
                <a:pos x="connsiteX2" y="connsiteY2"/>
              </a:cxn>
              <a:cxn ang="0">
                <a:pos x="connsiteX3" y="connsiteY3"/>
              </a:cxn>
            </a:cxnLst>
            <a:rect l="l" t="t" r="r" b="b"/>
            <a:pathLst>
              <a:path w="2434622" h="2381427">
                <a:moveTo>
                  <a:pt x="0" y="0"/>
                </a:moveTo>
                <a:lnTo>
                  <a:pt x="2434622" y="0"/>
                </a:lnTo>
                <a:lnTo>
                  <a:pt x="2434622" y="2381427"/>
                </a:lnTo>
                <a:lnTo>
                  <a:pt x="0" y="2381427"/>
                </a:lnTo>
                <a:close/>
              </a:path>
            </a:pathLst>
          </a:custGeom>
          <a:solidFill>
            <a:schemeClr val="accent6">
              <a:lumMod val="60000"/>
              <a:lumOff val="40000"/>
            </a:schemeClr>
          </a:solidFill>
        </p:spPr>
        <p:txBody>
          <a:bodyPr wrap="square">
            <a:noAutofit/>
          </a:bodyPr>
          <a:lstStyle/>
          <a:p>
            <a:r>
              <a:rPr lang="en-US" dirty="0"/>
              <a:t>Click icon to add picture</a:t>
            </a:r>
          </a:p>
        </p:txBody>
      </p:sp>
      <p:sp>
        <p:nvSpPr>
          <p:cNvPr id="36" name="Picture Placeholder 35">
            <a:extLst>
              <a:ext uri="{FF2B5EF4-FFF2-40B4-BE49-F238E27FC236}">
                <a16:creationId xmlns:a16="http://schemas.microsoft.com/office/drawing/2014/main" xmlns="" id="{BC1AB157-27FC-4B7D-9CCA-71C57045CEE4}"/>
              </a:ext>
            </a:extLst>
          </p:cNvPr>
          <p:cNvSpPr>
            <a:spLocks noGrp="1"/>
          </p:cNvSpPr>
          <p:nvPr>
            <p:ph type="pic" sz="quarter" idx="16"/>
          </p:nvPr>
        </p:nvSpPr>
        <p:spPr>
          <a:xfrm>
            <a:off x="9758966" y="4507560"/>
            <a:ext cx="2434622" cy="2350439"/>
          </a:xfrm>
          <a:custGeom>
            <a:avLst/>
            <a:gdLst>
              <a:gd name="connsiteX0" fmla="*/ 0 w 2434622"/>
              <a:gd name="connsiteY0" fmla="*/ 0 h 2342635"/>
              <a:gd name="connsiteX1" fmla="*/ 2434622 w 2434622"/>
              <a:gd name="connsiteY1" fmla="*/ 0 h 2342635"/>
              <a:gd name="connsiteX2" fmla="*/ 2434622 w 2434622"/>
              <a:gd name="connsiteY2" fmla="*/ 2342635 h 2342635"/>
              <a:gd name="connsiteX3" fmla="*/ 0 w 2434622"/>
              <a:gd name="connsiteY3" fmla="*/ 2342635 h 2342635"/>
            </a:gdLst>
            <a:ahLst/>
            <a:cxnLst>
              <a:cxn ang="0">
                <a:pos x="connsiteX0" y="connsiteY0"/>
              </a:cxn>
              <a:cxn ang="0">
                <a:pos x="connsiteX1" y="connsiteY1"/>
              </a:cxn>
              <a:cxn ang="0">
                <a:pos x="connsiteX2" y="connsiteY2"/>
              </a:cxn>
              <a:cxn ang="0">
                <a:pos x="connsiteX3" y="connsiteY3"/>
              </a:cxn>
            </a:cxnLst>
            <a:rect l="l" t="t" r="r" b="b"/>
            <a:pathLst>
              <a:path w="2434622" h="2342635">
                <a:moveTo>
                  <a:pt x="0" y="0"/>
                </a:moveTo>
                <a:lnTo>
                  <a:pt x="2434622" y="0"/>
                </a:lnTo>
                <a:lnTo>
                  <a:pt x="2434622" y="2342635"/>
                </a:lnTo>
                <a:lnTo>
                  <a:pt x="0" y="2342635"/>
                </a:lnTo>
                <a:close/>
              </a:path>
            </a:pathLst>
          </a:custGeom>
          <a:solidFill>
            <a:schemeClr val="accent6"/>
          </a:solidFill>
        </p:spPr>
        <p:txBody>
          <a:bodyPr wrap="square">
            <a:noAutofit/>
          </a:bodyPr>
          <a:lstStyle/>
          <a:p>
            <a:r>
              <a:rPr lang="en-US" dirty="0"/>
              <a:t>Click icon to add picture</a:t>
            </a:r>
          </a:p>
        </p:txBody>
      </p:sp>
      <p:sp>
        <p:nvSpPr>
          <p:cNvPr id="2" name="Date Placeholder 1">
            <a:extLst>
              <a:ext uri="{FF2B5EF4-FFF2-40B4-BE49-F238E27FC236}">
                <a16:creationId xmlns:a16="http://schemas.microsoft.com/office/drawing/2014/main" xmlns=""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Slide Number Placeholder 3">
            <a:extLst>
              <a:ext uri="{FF2B5EF4-FFF2-40B4-BE49-F238E27FC236}">
                <a16:creationId xmlns:a16="http://schemas.microsoft.com/office/drawing/2014/main" xmlns=""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538389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3_Closing">
    <p:bg>
      <p:bgPr>
        <a:solidFill>
          <a:schemeClr val="accent2"/>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xmlns="" id="{0BAB19D3-90A9-40E5-BED8-289A8919A7C7}"/>
              </a:ext>
              <a:ext uri="{C183D7F6-B498-43B3-948B-1728B52AA6E4}">
                <adec:decorative xmlns:adec="http://schemas.microsoft.com/office/drawing/2017/decorative" xmlns=""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xmlns="" id="{4AD247D9-20CF-4BAD-906D-66DB8B85270B}"/>
              </a:ext>
            </a:extLst>
          </p:cNvPr>
          <p:cNvSpPr>
            <a:spLocks noGrp="1"/>
          </p:cNvSpPr>
          <p:nvPr>
            <p:ph type="title"/>
          </p:nvPr>
        </p:nvSpPr>
        <p:spPr>
          <a:xfrm>
            <a:off x="5963479" y="596393"/>
            <a:ext cx="5618922" cy="1542507"/>
          </a:xfrm>
        </p:spPr>
        <p:txBody>
          <a:bodyPr/>
          <a:lstStyle>
            <a:lvl1pPr>
              <a:defRPr>
                <a:solidFill>
                  <a:schemeClr val="bg2"/>
                </a:solidFill>
              </a:defRPr>
            </a:lvl1pPr>
          </a:lstStyle>
          <a:p>
            <a:r>
              <a:rPr lang="en-US">
                <a:solidFill>
                  <a:srgbClr val="FFFFFF"/>
                </a:solidFill>
              </a:rPr>
              <a:t>Click to edit Master title style</a:t>
            </a:r>
            <a:endParaRPr lang="en-US" dirty="0">
              <a:solidFill>
                <a:srgbClr val="FFFFFF"/>
              </a:solidFill>
            </a:endParaRPr>
          </a:p>
        </p:txBody>
      </p:sp>
      <p:sp>
        <p:nvSpPr>
          <p:cNvPr id="16" name="Picture Placeholder 15">
            <a:extLst>
              <a:ext uri="{FF2B5EF4-FFF2-40B4-BE49-F238E27FC236}">
                <a16:creationId xmlns:a16="http://schemas.microsoft.com/office/drawing/2014/main" xmlns="" id="{80E4B7A8-67F1-4290-B537-DE49AD9FBFF7}"/>
              </a:ext>
              <a:ext uri="{C183D7F6-B498-43B3-948B-1728B52AA6E4}">
                <adec:decorative xmlns:adec="http://schemas.microsoft.com/office/drawing/2017/decorative" xmlns="" val="0"/>
              </a:ext>
            </a:extLst>
          </p:cNvPr>
          <p:cNvSpPr>
            <a:spLocks noGrp="1"/>
          </p:cNvSpPr>
          <p:nvPr>
            <p:ph type="pic" sz="quarter" idx="13"/>
          </p:nvPr>
        </p:nvSpPr>
        <p:spPr>
          <a:xfrm>
            <a:off x="0" y="-1"/>
            <a:ext cx="5181600" cy="6857999"/>
          </a:xfrm>
          <a:custGeom>
            <a:avLst/>
            <a:gdLst>
              <a:gd name="connsiteX0" fmla="*/ 0 w 5181600"/>
              <a:gd name="connsiteY0" fmla="*/ 0 h 6857999"/>
              <a:gd name="connsiteX1" fmla="*/ 5181600 w 5181600"/>
              <a:gd name="connsiteY1" fmla="*/ 0 h 6857999"/>
              <a:gd name="connsiteX2" fmla="*/ 5181600 w 5181600"/>
              <a:gd name="connsiteY2" fmla="*/ 4504871 h 6857999"/>
              <a:gd name="connsiteX3" fmla="*/ 5181598 w 5181600"/>
              <a:gd name="connsiteY3" fmla="*/ 4504830 h 6857999"/>
              <a:gd name="connsiteX4" fmla="*/ 5175215 w 5181600"/>
              <a:gd name="connsiteY4" fmla="*/ 4639646 h 6857999"/>
              <a:gd name="connsiteX5" fmla="*/ 2983485 w 5181600"/>
              <a:gd name="connsiteY5" fmla="*/ 6845334 h 6857999"/>
              <a:gd name="connsiteX6" fmla="*/ 2749639 w 5181600"/>
              <a:gd name="connsiteY6" fmla="*/ 6857142 h 6857999"/>
              <a:gd name="connsiteX7" fmla="*/ 2749639 w 5181600"/>
              <a:gd name="connsiteY7" fmla="*/ 6857999 h 6857999"/>
              <a:gd name="connsiteX8" fmla="*/ 0 w 5181600"/>
              <a:gd name="connsiteY8"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81600" h="6857999">
                <a:moveTo>
                  <a:pt x="0" y="0"/>
                </a:moveTo>
                <a:lnTo>
                  <a:pt x="5181600" y="0"/>
                </a:lnTo>
                <a:lnTo>
                  <a:pt x="5181600" y="4504871"/>
                </a:lnTo>
                <a:lnTo>
                  <a:pt x="5181598" y="4504830"/>
                </a:lnTo>
                <a:lnTo>
                  <a:pt x="5175215" y="4639646"/>
                </a:lnTo>
                <a:cubicBezTo>
                  <a:pt x="5064605" y="5801747"/>
                  <a:pt x="4143475" y="6727530"/>
                  <a:pt x="2983485" y="6845334"/>
                </a:cubicBezTo>
                <a:lnTo>
                  <a:pt x="2749639" y="6857142"/>
                </a:lnTo>
                <a:lnTo>
                  <a:pt x="2749639" y="6857999"/>
                </a:lnTo>
                <a:lnTo>
                  <a:pt x="0" y="6857999"/>
                </a:lnTo>
                <a:close/>
              </a:path>
            </a:pathLst>
          </a:custGeom>
          <a:solidFill>
            <a:schemeClr val="accent6"/>
          </a:solidFill>
        </p:spPr>
        <p:txBody>
          <a:bodyPr wrap="square">
            <a:noAutofit/>
          </a:bodyPr>
          <a:lstStyle/>
          <a:p>
            <a:r>
              <a:rPr lang="en-US" dirty="0"/>
              <a:t>Click icon to add picture</a:t>
            </a:r>
          </a:p>
        </p:txBody>
      </p:sp>
      <p:sp>
        <p:nvSpPr>
          <p:cNvPr id="13" name="Content Placeholder 2">
            <a:extLst>
              <a:ext uri="{FF2B5EF4-FFF2-40B4-BE49-F238E27FC236}">
                <a16:creationId xmlns:a16="http://schemas.microsoft.com/office/drawing/2014/main" xmlns="" id="{E5EAFE93-40B7-4FF8-BEE7-E39911ECD80B}"/>
              </a:ext>
            </a:extLst>
          </p:cNvPr>
          <p:cNvSpPr>
            <a:spLocks noGrp="1"/>
          </p:cNvSpPr>
          <p:nvPr>
            <p:ph idx="1"/>
          </p:nvPr>
        </p:nvSpPr>
        <p:spPr>
          <a:xfrm>
            <a:off x="5963478" y="2138901"/>
            <a:ext cx="5618922" cy="4033299"/>
          </a:xfrm>
        </p:spPr>
        <p:txBody>
          <a:bodyPr>
            <a:normAutofit/>
          </a:bodyPr>
          <a:lstStyle>
            <a:lvl1pPr>
              <a:buNone/>
              <a:defRPr>
                <a:solidFill>
                  <a:schemeClr val="bg2"/>
                </a:solidFill>
              </a:defRPr>
            </a:lvl1pPr>
          </a:lstStyle>
          <a:p>
            <a:pPr lvl="0"/>
            <a:r>
              <a:rPr lang="en-US">
                <a:solidFill>
                  <a:srgbClr val="FFFFFF"/>
                </a:solidFill>
              </a:rPr>
              <a:t>Click to edit Master text styles</a:t>
            </a:r>
          </a:p>
        </p:txBody>
      </p:sp>
      <p:sp>
        <p:nvSpPr>
          <p:cNvPr id="14" name="Freeform: Shape 13">
            <a:extLst>
              <a:ext uri="{FF2B5EF4-FFF2-40B4-BE49-F238E27FC236}">
                <a16:creationId xmlns:a16="http://schemas.microsoft.com/office/drawing/2014/main" xmlns="" id="{C752B41F-4B4E-4E1F-9191-6BB3F421EDEC}"/>
              </a:ext>
              <a:ext uri="{C183D7F6-B498-43B3-948B-1728B52AA6E4}">
                <adec:decorative xmlns:adec="http://schemas.microsoft.com/office/drawing/2017/decorative" xmlns="" val="1"/>
              </a:ext>
            </a:extLst>
          </p:cNvPr>
          <p:cNvSpPr/>
          <p:nvPr userDrawn="1"/>
        </p:nvSpPr>
        <p:spPr>
          <a:xfrm rot="5400000">
            <a:off x="4005014" y="3249456"/>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xmlns="" id="{E3EFD1DB-7478-445F-ACEF-64BE4DFEC83E}"/>
              </a:ext>
              <a:ext uri="{C183D7F6-B498-43B3-948B-1728B52AA6E4}">
                <adec:decorative xmlns:adec="http://schemas.microsoft.com/office/drawing/2017/decorative" xmlns="" val="1"/>
              </a:ext>
            </a:extLst>
          </p:cNvPr>
          <p:cNvSpPr/>
          <p:nvPr userDrawn="1"/>
        </p:nvSpPr>
        <p:spPr>
          <a:xfrm rot="5400000">
            <a:off x="4005012" y="3249456"/>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ooter Placeholder 2">
            <a:extLst>
              <a:ext uri="{FF2B5EF4-FFF2-40B4-BE49-F238E27FC236}">
                <a16:creationId xmlns:a16="http://schemas.microsoft.com/office/drawing/2014/main" xmlns="" id="{C9753C5C-8415-4BF0-810D-A4C22F695ECF}"/>
              </a:ext>
            </a:extLst>
          </p:cNvPr>
          <p:cNvSpPr>
            <a:spLocks noGrp="1"/>
          </p:cNvSpPr>
          <p:nvPr>
            <p:ph type="ftr" sz="quarter" idx="11"/>
          </p:nvPr>
        </p:nvSpPr>
        <p:spPr/>
        <p:txBody>
          <a:bodyPr/>
          <a:lstStyle>
            <a:lvl1pPr>
              <a:defRPr>
                <a:solidFill>
                  <a:schemeClr val="bg2"/>
                </a:solidFill>
              </a:defRPr>
            </a:lvl1pPr>
          </a:lstStyle>
          <a:p>
            <a:r>
              <a:rPr lang="en-US" dirty="0"/>
              <a:t>Sample Footer Text</a:t>
            </a:r>
          </a:p>
        </p:txBody>
      </p:sp>
      <p:sp>
        <p:nvSpPr>
          <p:cNvPr id="2" name="Date Placeholder 1">
            <a:extLst>
              <a:ext uri="{FF2B5EF4-FFF2-40B4-BE49-F238E27FC236}">
                <a16:creationId xmlns:a16="http://schemas.microsoft.com/office/drawing/2014/main" xmlns=""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Slide Number Placeholder 3">
            <a:extLst>
              <a:ext uri="{FF2B5EF4-FFF2-40B4-BE49-F238E27FC236}">
                <a16:creationId xmlns:a16="http://schemas.microsoft.com/office/drawing/2014/main" xmlns=""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2860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2A2485D4-41D3-4182-8DFE-2E0713EC0B8A}"/>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3" name="Footer Placeholder 2">
            <a:extLst>
              <a:ext uri="{FF2B5EF4-FFF2-40B4-BE49-F238E27FC236}">
                <a16:creationId xmlns:a16="http://schemas.microsoft.com/office/drawing/2014/main" xmlns="" id="{C9753C5C-8415-4BF0-810D-A4C22F695EC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xmlns="" id="{545EBFEA-4321-48C4-9CA1-43517540C698}"/>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
        <p:nvSpPr>
          <p:cNvPr id="10" name="Title 1">
            <a:extLst>
              <a:ext uri="{FF2B5EF4-FFF2-40B4-BE49-F238E27FC236}">
                <a16:creationId xmlns:a16="http://schemas.microsoft.com/office/drawing/2014/main" xmlns="" id="{A2D13D15-77CA-4B50-9E08-0F58009A8EAB}"/>
              </a:ext>
            </a:extLst>
          </p:cNvPr>
          <p:cNvSpPr>
            <a:spLocks noGrp="1"/>
          </p:cNvSpPr>
          <p:nvPr>
            <p:ph type="ctrTitle"/>
          </p:nvPr>
        </p:nvSpPr>
        <p:spPr>
          <a:xfrm>
            <a:off x="2067635" y="4626592"/>
            <a:ext cx="8600365" cy="1224926"/>
          </a:xfrm>
        </p:spPr>
        <p:txBody>
          <a:bodyPr anchor="b">
            <a:noAutofit/>
          </a:bodyPr>
          <a:lstStyle/>
          <a:p>
            <a:r>
              <a:rPr lang="en-US" sz="4400">
                <a:solidFill>
                  <a:srgbClr val="FFFFFF"/>
                </a:solidFill>
              </a:rPr>
              <a:t>Click to edit Master title style</a:t>
            </a:r>
            <a:endParaRPr lang="en-US" sz="4400" dirty="0">
              <a:solidFill>
                <a:srgbClr val="FFFFFF"/>
              </a:solidFill>
            </a:endParaRPr>
          </a:p>
        </p:txBody>
      </p:sp>
      <p:sp>
        <p:nvSpPr>
          <p:cNvPr id="11" name="Subtitle 2">
            <a:extLst>
              <a:ext uri="{FF2B5EF4-FFF2-40B4-BE49-F238E27FC236}">
                <a16:creationId xmlns:a16="http://schemas.microsoft.com/office/drawing/2014/main" xmlns="" id="{FBB8E73D-B3E6-4E0A-8295-A9EB1572286C}"/>
              </a:ext>
            </a:extLst>
          </p:cNvPr>
          <p:cNvSpPr>
            <a:spLocks noGrp="1"/>
          </p:cNvSpPr>
          <p:nvPr>
            <p:ph type="subTitle" idx="1"/>
          </p:nvPr>
        </p:nvSpPr>
        <p:spPr>
          <a:xfrm>
            <a:off x="2067636" y="5936776"/>
            <a:ext cx="6660107" cy="625497"/>
          </a:xfrm>
        </p:spPr>
        <p:txBody>
          <a:bodyPr>
            <a:normAutofit/>
          </a:bodyPr>
          <a:lstStyle/>
          <a:p>
            <a:r>
              <a:rPr lang="en-US" sz="1400">
                <a:solidFill>
                  <a:srgbClr val="FFFFFF"/>
                </a:solidFill>
              </a:rPr>
              <a:t>Click to edit Master subtitle style</a:t>
            </a:r>
            <a:endParaRPr lang="en-US" sz="1400" dirty="0">
              <a:solidFill>
                <a:srgbClr val="FFFFFF"/>
              </a:solidFill>
            </a:endParaRPr>
          </a:p>
        </p:txBody>
      </p:sp>
    </p:spTree>
    <p:extLst>
      <p:ext uri="{BB962C8B-B14F-4D97-AF65-F5344CB8AC3E}">
        <p14:creationId xmlns:p14="http://schemas.microsoft.com/office/powerpoint/2010/main" val="30679899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DD9960-406F-4187-A0E6-BD19C684039A}"/>
              </a:ext>
            </a:extLst>
          </p:cNvPr>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A427E7FE-647D-4B2F-BA13-AB3ED4C5CF5A}"/>
              </a:ext>
            </a:extLst>
          </p:cNvPr>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xmlns="" id="{BA5EF785-E0A7-4496-A5BA-49B0156F2628}"/>
              </a:ext>
            </a:extLst>
          </p:cNvPr>
          <p:cNvSpPr>
            <a:spLocks noGrp="1"/>
          </p:cNvSpPr>
          <p:nvPr>
            <p:ph type="dt" sz="half" idx="10"/>
          </p:nvPr>
        </p:nvSpPr>
        <p:spPr>
          <a:xfrm>
            <a:off x="8964706" y="6433202"/>
            <a:ext cx="2426446" cy="367841"/>
          </a:xfrm>
        </p:spPr>
        <p:txBody>
          <a:bodyPr/>
          <a:lstStyle>
            <a:lvl1pPr>
              <a:defRPr>
                <a:solidFill>
                  <a:schemeClr val="bg2"/>
                </a:solidFill>
              </a:defRPr>
            </a:lvl1pPr>
          </a:lstStyle>
          <a:p>
            <a:r>
              <a:rPr lang="en-US" dirty="0"/>
              <a:t>2/8/20XX</a:t>
            </a:r>
          </a:p>
        </p:txBody>
      </p:sp>
      <p:sp>
        <p:nvSpPr>
          <p:cNvPr id="5" name="Footer Placeholder 4">
            <a:extLst>
              <a:ext uri="{FF2B5EF4-FFF2-40B4-BE49-F238E27FC236}">
                <a16:creationId xmlns:a16="http://schemas.microsoft.com/office/drawing/2014/main" xmlns="" id="{4742C627-38A1-4A14-8822-D8D33751CA30}"/>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xmlns="" id="{2EEBE346-5F34-48CD-8928-DA8567AEDD15}"/>
              </a:ext>
            </a:extLst>
          </p:cNvPr>
          <p:cNvSpPr>
            <a:spLocks noGrp="1"/>
          </p:cNvSpPr>
          <p:nvPr>
            <p:ph type="sldNum" sz="quarter" idx="12"/>
          </p:nvPr>
        </p:nvSpPr>
        <p:spPr>
          <a:xfrm>
            <a:off x="11391152" y="6433203"/>
            <a:ext cx="702781" cy="367842"/>
          </a:xfrm>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263708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F8A94B-011C-4B13-8C12-E91BF7A40087}"/>
              </a:ext>
            </a:extLst>
          </p:cNvPr>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9716D5F3-887C-4A8F-842A-0294A9FB0818}"/>
              </a:ext>
            </a:extLst>
          </p:cNvPr>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2B94588B-131A-42F3-B76C-62BD65E4806B}"/>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5" name="Footer Placeholder 4">
            <a:extLst>
              <a:ext uri="{FF2B5EF4-FFF2-40B4-BE49-F238E27FC236}">
                <a16:creationId xmlns:a16="http://schemas.microsoft.com/office/drawing/2014/main" xmlns="" id="{E111AB28-20BD-4CD8-9840-985C3EDBA16F}"/>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xmlns="" id="{E753C85C-3801-46F0-A100-616F5F2F82E9}"/>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110016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F5CB06-0454-4BF1-8011-F8B1A9595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5F920A70-D33B-4461-B74C-3F59ADB16141}"/>
              </a:ext>
            </a:extLst>
          </p:cNvPr>
          <p:cNvSpPr>
            <a:spLocks noGrp="1"/>
          </p:cNvSpPr>
          <p:nvPr>
            <p:ph sz="half" idx="1"/>
          </p:nvPr>
        </p:nvSpPr>
        <p:spPr>
          <a:xfrm>
            <a:off x="1408813" y="2163725"/>
            <a:ext cx="4610986" cy="4013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xmlns="" id="{1881BDF9-836E-431C-8EFA-417A9BEE9F4B}"/>
              </a:ext>
            </a:extLst>
          </p:cNvPr>
          <p:cNvSpPr>
            <a:spLocks noGrp="1"/>
          </p:cNvSpPr>
          <p:nvPr>
            <p:ph sz="half" idx="2"/>
          </p:nvPr>
        </p:nvSpPr>
        <p:spPr>
          <a:xfrm>
            <a:off x="6257260" y="2163725"/>
            <a:ext cx="4853763" cy="401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xmlns="" id="{7CBD9F59-B591-4E2F-899E-3CA78CE82D45}"/>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6" name="Footer Placeholder 5">
            <a:extLst>
              <a:ext uri="{FF2B5EF4-FFF2-40B4-BE49-F238E27FC236}">
                <a16:creationId xmlns:a16="http://schemas.microsoft.com/office/drawing/2014/main" xmlns="" id="{046CFD12-B3EC-432C-B264-8AB571CAAFD5}"/>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xmlns="" id="{48F3CBBA-71B3-4857-80E7-525E89FD903F}"/>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2121288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A3E062-B7F5-4D30-B416-1BBB4A7D0F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31BDFF7A-EBD3-4FEB-8451-5D7355069117}"/>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4" name="Footer Placeholder 3">
            <a:extLst>
              <a:ext uri="{FF2B5EF4-FFF2-40B4-BE49-F238E27FC236}">
                <a16:creationId xmlns:a16="http://schemas.microsoft.com/office/drawing/2014/main" xmlns="" id="{08F54A2D-2C4B-4E1D-AC16-E3B1F1DDB562}"/>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xmlns="" id="{2C11F373-DB96-4AEA-8E3E-7EDEA213DEEC}"/>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5215713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E09F8C-8071-4BE5-AD6F-C98F481D1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634135B3-14BA-4A88-B6B3-88B77B1C6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377C3A4D-5B69-44B4-B17F-770E83F00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4F1C41D-2A59-4512-8034-6DB705787D78}"/>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6" name="Footer Placeholder 5">
            <a:extLst>
              <a:ext uri="{FF2B5EF4-FFF2-40B4-BE49-F238E27FC236}">
                <a16:creationId xmlns:a16="http://schemas.microsoft.com/office/drawing/2014/main" xmlns="" id="{BD85C494-778C-4EE6-9402-242E1CDD9A69}"/>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xmlns="" id="{6F5677B9-C338-4033-9AFE-B8B81C5D8139}"/>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9777147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AB77DE-4C2E-476F-A419-57470FB6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9A9FD1A0-93AE-469A-ADDF-2453B64CA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xmlns="" id="{DC119C9C-EF97-4910-9419-6D7202609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7A87172-A64E-4C38-82ED-2A7050B0FB68}"/>
              </a:ext>
            </a:extLst>
          </p:cNvPr>
          <p:cNvSpPr>
            <a:spLocks noGrp="1"/>
          </p:cNvSpPr>
          <p:nvPr>
            <p:ph type="dt" sz="half" idx="10"/>
          </p:nvPr>
        </p:nvSpPr>
        <p:spPr/>
        <p:txBody>
          <a:bodyPr/>
          <a:lstStyle>
            <a:lvl1pPr>
              <a:defRPr>
                <a:solidFill>
                  <a:schemeClr val="bg2"/>
                </a:solidFill>
              </a:defRPr>
            </a:lvl1pPr>
          </a:lstStyle>
          <a:p>
            <a:r>
              <a:rPr lang="en-US" dirty="0"/>
              <a:t>2/8/20XX</a:t>
            </a:r>
          </a:p>
        </p:txBody>
      </p:sp>
      <p:sp>
        <p:nvSpPr>
          <p:cNvPr id="6" name="Footer Placeholder 5">
            <a:extLst>
              <a:ext uri="{FF2B5EF4-FFF2-40B4-BE49-F238E27FC236}">
                <a16:creationId xmlns:a16="http://schemas.microsoft.com/office/drawing/2014/main" xmlns="" id="{BC0C3E24-28E2-4512-BEA0-DAEC5E8465CB}"/>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xmlns="" id="{01F04F0D-DA84-434D-B136-BEE9FD80AB95}"/>
              </a:ext>
            </a:extLst>
          </p:cNvPr>
          <p:cNvSpPr>
            <a:spLocks noGrp="1"/>
          </p:cNvSpPr>
          <p:nvPr>
            <p:ph type="sldNum" sz="quarter" idx="12"/>
          </p:nvPr>
        </p:nvSpPr>
        <p:spPr/>
        <p:txBody>
          <a:bodyPr/>
          <a:lstStyle>
            <a:lvl1pPr>
              <a:defRPr>
                <a:solidFill>
                  <a:schemeClr val="bg2"/>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647360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xmlns="" id="{7A08E557-10DB-421A-876E-1AE58F8E07C4}"/>
              </a:ext>
            </a:extLst>
          </p:cNvPr>
          <p:cNvSpPr/>
          <p:nvPr/>
        </p:nvSpPr>
        <p:spPr>
          <a:xfrm>
            <a:off x="8839807"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ooter Placeholder 4">
            <a:extLst>
              <a:ext uri="{FF2B5EF4-FFF2-40B4-BE49-F238E27FC236}">
                <a16:creationId xmlns:a16="http://schemas.microsoft.com/office/drawing/2014/main" xmlns="" id="{EC2EBCA0-8609-4F35-8CA7-7AD35FDACD73}"/>
              </a:ext>
            </a:extLst>
          </p:cNvPr>
          <p:cNvSpPr>
            <a:spLocks noGrp="1"/>
          </p:cNvSpPr>
          <p:nvPr>
            <p:ph type="ftr" sz="quarter" idx="3"/>
          </p:nvPr>
        </p:nvSpPr>
        <p:spPr>
          <a:xfrm>
            <a:off x="914400" y="6434560"/>
            <a:ext cx="3428012" cy="365125"/>
          </a:xfrm>
          <a:prstGeom prst="rect">
            <a:avLst/>
          </a:prstGeom>
        </p:spPr>
        <p:txBody>
          <a:bodyPr vert="horz" lIns="91440" tIns="45720" rIns="91440" bIns="45720" rtlCol="0" anchor="ctr"/>
          <a:lstStyle>
            <a:lvl1pPr algn="l">
              <a:defRPr sz="1000" spc="50" baseline="0">
                <a:solidFill>
                  <a:schemeClr val="accent2"/>
                </a:solidFill>
                <a:latin typeface="+mn-lt"/>
              </a:defRPr>
            </a:lvl1pPr>
          </a:lstStyle>
          <a:p>
            <a:r>
              <a:rPr lang="en-US" sz="1000" dirty="0"/>
              <a:t>Sample Footer Text</a:t>
            </a:r>
          </a:p>
        </p:txBody>
      </p:sp>
      <p:sp>
        <p:nvSpPr>
          <p:cNvPr id="2" name="Title Placeholder 1">
            <a:extLst>
              <a:ext uri="{FF2B5EF4-FFF2-40B4-BE49-F238E27FC236}">
                <a16:creationId xmlns:a16="http://schemas.microsoft.com/office/drawing/2014/main" xmlns="" id="{BFDA9639-38D2-4CD4-A861-F6B4C6CB99BD}"/>
              </a:ext>
            </a:extLst>
          </p:cNvPr>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DDAF00B1-16C1-47B3-A7A0-B71468312896}"/>
              </a:ext>
            </a:extLst>
          </p:cNvPr>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2BCF9501-5B6B-4DAF-B59D-3C129ED805AC}"/>
              </a:ext>
            </a:extLst>
          </p:cNvPr>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r>
              <a:rPr lang="en-US" dirty="0"/>
              <a:t>2/8/20XX</a:t>
            </a:r>
          </a:p>
        </p:txBody>
      </p:sp>
      <p:sp>
        <p:nvSpPr>
          <p:cNvPr id="6" name="Slide Number Placeholder 5">
            <a:extLst>
              <a:ext uri="{FF2B5EF4-FFF2-40B4-BE49-F238E27FC236}">
                <a16:creationId xmlns:a16="http://schemas.microsoft.com/office/drawing/2014/main" xmlns="" id="{37685DBD-B7AE-41D8-8CF1-B21CD58E1B45}"/>
              </a:ext>
            </a:extLst>
          </p:cNvPr>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377632538"/>
      </p:ext>
    </p:extLst>
  </p:cSld>
  <p:clrMap bg1="lt1" tx1="dk1" bg2="lt2" tx2="dk2" accent1="accent1" accent2="accent2" accent3="accent3" accent4="accent4" accent5="accent5" accent6="accent6" hlink="hlink" folHlink="folHlink"/>
  <p:sldLayoutIdLst>
    <p:sldLayoutId id="2147483686" r:id="rId1"/>
    <p:sldLayoutId id="2147483673" r:id="rId2"/>
    <p:sldLayoutId id="2147483674" r:id="rId3"/>
    <p:sldLayoutId id="2147483675" r:id="rId4"/>
    <p:sldLayoutId id="2147483662" r:id="rId5"/>
    <p:sldLayoutId id="2147483688" r:id="rId6"/>
    <p:sldLayoutId id="2147483679" r:id="rId7"/>
    <p:sldLayoutId id="2147483685" r:id="rId8"/>
    <p:sldLayoutId id="2147483665" r:id="rId9"/>
    <p:sldLayoutId id="2147483681" r:id="rId10"/>
    <p:sldLayoutId id="2147483678" r:id="rId11"/>
    <p:sldLayoutId id="2147483683" r:id="rId12"/>
    <p:sldLayoutId id="2147483684" r:id="rId13"/>
    <p:sldLayoutId id="2147483661" r:id="rId14"/>
    <p:sldLayoutId id="2147483663" r:id="rId15"/>
    <p:sldLayoutId id="2147483664" r:id="rId16"/>
    <p:sldLayoutId id="2147483666" r:id="rId17"/>
    <p:sldLayoutId id="2147483668" r:id="rId18"/>
    <p:sldLayoutId id="2147483669" r:id="rId19"/>
  </p:sldLayoutIdLst>
  <p:hf hdr="0"/>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2160">
          <p15:clr>
            <a:srgbClr val="F26B43"/>
          </p15:clr>
        </p15:guide>
        <p15:guide id="2" pos="3840">
          <p15:clr>
            <a:srgbClr val="F26B43"/>
          </p15:clr>
        </p15:guide>
        <p15:guide id="3" orient="horz" pos="2736">
          <p15:clr>
            <a:srgbClr val="F26B43"/>
          </p15:clr>
        </p15:guide>
        <p15:guide id="4" orient="horz" pos="3312">
          <p15:clr>
            <a:srgbClr val="F26B43"/>
          </p15:clr>
        </p15:guide>
        <p15:guide id="5" orient="horz" pos="432">
          <p15:clr>
            <a:srgbClr val="F26B43"/>
          </p15:clr>
        </p15:guide>
        <p15:guide id="7" pos="4416">
          <p15:clr>
            <a:srgbClr val="F26B43"/>
          </p15:clr>
        </p15:guide>
        <p15:guide id="8" pos="5568">
          <p15:clr>
            <a:srgbClr val="F26B43"/>
          </p15:clr>
        </p15:guide>
        <p15:guide id="9" pos="7296">
          <p15:clr>
            <a:srgbClr val="F26B43"/>
          </p15:clr>
        </p15:guide>
        <p15:guide id="10" pos="2688">
          <p15:clr>
            <a:srgbClr val="F26B43"/>
          </p15:clr>
        </p15:guide>
        <p15:guide id="11" pos="1536">
          <p15:clr>
            <a:srgbClr val="F26B43"/>
          </p15:clr>
        </p15:guide>
        <p15:guide id="12" pos="384">
          <p15:clr>
            <a:srgbClr val="F26B43"/>
          </p15:clr>
        </p15:guide>
        <p15:guide id="13" pos="2112">
          <p15:clr>
            <a:srgbClr val="F26B43"/>
          </p15:clr>
        </p15:guide>
        <p15:guide id="14" pos="4992">
          <p15:clr>
            <a:srgbClr val="F26B43"/>
          </p15:clr>
        </p15:guide>
        <p15:guide id="15" pos="6720">
          <p15:clr>
            <a:srgbClr val="F26B43"/>
          </p15:clr>
        </p15:guide>
        <p15:guide id="16" pos="960">
          <p15:clr>
            <a:srgbClr val="F26B43"/>
          </p15:clr>
        </p15:guide>
        <p15:guide id="17" pos="3264">
          <p15:clr>
            <a:srgbClr val="F26B43"/>
          </p15:clr>
        </p15:guide>
        <p15:guide id="18" orient="horz" pos="1008">
          <p15:clr>
            <a:srgbClr val="F26B43"/>
          </p15:clr>
        </p15:guide>
        <p15:guide id="19" orient="horz" pos="3888">
          <p15:clr>
            <a:srgbClr val="F26B43"/>
          </p15:clr>
        </p15:guide>
        <p15:guide id="20" pos="6144">
          <p15:clr>
            <a:srgbClr val="F26B43"/>
          </p15:clr>
        </p15:guide>
        <p15:guide id="21" orient="horz" pos="1584">
          <p15:clr>
            <a:srgbClr val="F26B43"/>
          </p15:clr>
        </p15:guide>
        <p15:guide id="22" pos="576">
          <p15:clr>
            <a:srgbClr val="F26B43"/>
          </p15:clr>
        </p15:guide>
        <p15:guide id="23" pos="7104">
          <p15:clr>
            <a:srgbClr val="F26B43"/>
          </p15:clr>
        </p15:guide>
        <p15:guide id="24" pos="768">
          <p15:clr>
            <a:srgbClr val="F26B43"/>
          </p15:clr>
        </p15:guide>
        <p15:guide id="25" pos="691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descr="A picture containing nature, night sky, northern lights">
            <a:extLst>
              <a:ext uri="{FF2B5EF4-FFF2-40B4-BE49-F238E27FC236}">
                <a16:creationId xmlns:a16="http://schemas.microsoft.com/office/drawing/2014/main" xmlns="" id="{973A7C7E-C448-42BB-B732-541A6CC83C88}"/>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0" y="0"/>
            <a:ext cx="11273115" cy="6858000"/>
          </a:xfrm>
        </p:spPr>
      </p:pic>
      <p:sp>
        <p:nvSpPr>
          <p:cNvPr id="30" name="Title 29">
            <a:extLst>
              <a:ext uri="{FF2B5EF4-FFF2-40B4-BE49-F238E27FC236}">
                <a16:creationId xmlns:a16="http://schemas.microsoft.com/office/drawing/2014/main" xmlns="" id="{9DAE0213-8971-4F41-9E3D-5FCCD40DC2BF}"/>
              </a:ext>
            </a:extLst>
          </p:cNvPr>
          <p:cNvSpPr>
            <a:spLocks noGrp="1"/>
          </p:cNvSpPr>
          <p:nvPr>
            <p:ph type="ctrTitle"/>
          </p:nvPr>
        </p:nvSpPr>
        <p:spPr>
          <a:xfrm>
            <a:off x="242597" y="3429000"/>
            <a:ext cx="11949404" cy="3429000"/>
          </a:xfrm>
        </p:spPr>
        <p:txBody>
          <a:bodyPr/>
          <a:lstStyle/>
          <a:p>
            <a:pPr algn="ctr">
              <a:lnSpc>
                <a:spcPct val="115000"/>
              </a:lnSpc>
              <a:spcAft>
                <a:spcPts val="1000"/>
              </a:spcAft>
            </a:pPr>
            <a:r>
              <a:rPr lang="en-US" sz="4800" b="1" dirty="0">
                <a:effectLst/>
                <a:latin typeface="Times New Roman" panose="02020603050405020304" pitchFamily="18" charset="0"/>
                <a:ea typeface="Calibri" panose="020F0502020204030204" pitchFamily="34" charset="0"/>
                <a:cs typeface="Times New Roman" panose="02020603050405020304" pitchFamily="18" charset="0"/>
              </a:rPr>
              <a:t>Hostel Attendance System Based on</a:t>
            </a:r>
            <a:r>
              <a:rPr lang="en-IN" sz="4800" dirty="0">
                <a:effectLst/>
                <a:latin typeface="Calibri" panose="020F0502020204030204" pitchFamily="34" charset="0"/>
                <a:ea typeface="Calibri" panose="020F0502020204030204" pitchFamily="34" charset="0"/>
                <a:cs typeface="Times New Roman" panose="02020603050405020304" pitchFamily="18" charset="0"/>
              </a:rPr>
              <a:t/>
            </a:r>
            <a:br>
              <a:rPr lang="en-IN" sz="4800" dirty="0">
                <a:effectLst/>
                <a:latin typeface="Calibri" panose="020F0502020204030204" pitchFamily="34" charset="0"/>
                <a:ea typeface="Calibri" panose="020F0502020204030204" pitchFamily="34" charset="0"/>
                <a:cs typeface="Times New Roman" panose="02020603050405020304" pitchFamily="18" charset="0"/>
              </a:rPr>
            </a:br>
            <a:r>
              <a:rPr lang="en-US" sz="4800" b="1" dirty="0">
                <a:effectLst/>
                <a:latin typeface="Times New Roman" panose="02020603050405020304" pitchFamily="18" charset="0"/>
                <a:ea typeface="Calibri" panose="020F0502020204030204" pitchFamily="34" charset="0"/>
                <a:cs typeface="Times New Roman" panose="02020603050405020304" pitchFamily="18" charset="0"/>
              </a:rPr>
              <a:t>Finger Print Authentication</a:t>
            </a:r>
            <a:r>
              <a:rPr lang="en-IN" sz="4800" dirty="0">
                <a:effectLst/>
                <a:latin typeface="Calibri" panose="020F0502020204030204" pitchFamily="34" charset="0"/>
                <a:ea typeface="Calibri" panose="020F0502020204030204" pitchFamily="34" charset="0"/>
                <a:cs typeface="Times New Roman" panose="02020603050405020304" pitchFamily="18" charset="0"/>
              </a:rPr>
              <a:t/>
            </a:r>
            <a:br>
              <a:rPr lang="en-IN" sz="4800" dirty="0">
                <a:effectLst/>
                <a:latin typeface="Calibri" panose="020F0502020204030204" pitchFamily="34" charset="0"/>
                <a:ea typeface="Calibri" panose="020F0502020204030204" pitchFamily="34" charset="0"/>
                <a:cs typeface="Times New Roman" panose="02020603050405020304" pitchFamily="18" charset="0"/>
              </a:rPr>
            </a:br>
            <a:r>
              <a:rPr lang="en-US" dirty="0"/>
              <a:t/>
            </a:r>
            <a:br>
              <a:rPr lang="en-US" dirty="0"/>
            </a:br>
            <a:endParaRPr lang="en-US" dirty="0"/>
          </a:p>
        </p:txBody>
      </p:sp>
      <p:sp>
        <p:nvSpPr>
          <p:cNvPr id="10" name="Subtitle 9">
            <a:extLst>
              <a:ext uri="{FF2B5EF4-FFF2-40B4-BE49-F238E27FC236}">
                <a16:creationId xmlns:a16="http://schemas.microsoft.com/office/drawing/2014/main" xmlns="" id="{623FB30D-4353-4FDD-9FA6-2C7A5AF30338}"/>
              </a:ext>
            </a:extLst>
          </p:cNvPr>
          <p:cNvSpPr>
            <a:spLocks noGrp="1"/>
          </p:cNvSpPr>
          <p:nvPr>
            <p:ph type="body" sz="quarter" idx="14"/>
          </p:nvPr>
        </p:nvSpPr>
        <p:spPr>
          <a:xfrm>
            <a:off x="7791060" y="6148872"/>
            <a:ext cx="4245429" cy="495767"/>
          </a:xfrm>
        </p:spPr>
        <p:txBody>
          <a:bodyPr/>
          <a:lstStyle/>
          <a:p>
            <a:r>
              <a:rPr lang="en-US" dirty="0"/>
              <a:t>Guided by- Prof. Nayana </a:t>
            </a:r>
            <a:r>
              <a:rPr lang="en-US" dirty="0" smtClean="0"/>
              <a:t>Borase </a:t>
            </a:r>
            <a:r>
              <a:rPr lang="en-US" dirty="0"/>
              <a:t>Mam </a:t>
            </a:r>
          </a:p>
        </p:txBody>
      </p:sp>
      <p:sp>
        <p:nvSpPr>
          <p:cNvPr id="2" name="TextBox 1">
            <a:extLst>
              <a:ext uri="{FF2B5EF4-FFF2-40B4-BE49-F238E27FC236}">
                <a16:creationId xmlns:a16="http://schemas.microsoft.com/office/drawing/2014/main" xmlns="" id="{890F9139-903D-7C26-BAE9-F76E9DCD3E02}"/>
              </a:ext>
            </a:extLst>
          </p:cNvPr>
          <p:cNvSpPr txBox="1"/>
          <p:nvPr/>
        </p:nvSpPr>
        <p:spPr>
          <a:xfrm>
            <a:off x="1670180" y="213361"/>
            <a:ext cx="9144000" cy="769441"/>
          </a:xfrm>
          <a:prstGeom prst="rect">
            <a:avLst/>
          </a:prstGeom>
          <a:noFill/>
        </p:spPr>
        <p:txBody>
          <a:bodyPr wrap="square" rtlCol="0">
            <a:spAutoFit/>
          </a:bodyPr>
          <a:lstStyle/>
          <a:p>
            <a:r>
              <a:rPr lang="en-IN" sz="4400" b="1" i="1" u="sng" dirty="0">
                <a:solidFill>
                  <a:schemeClr val="bg1"/>
                </a:solidFill>
              </a:rPr>
              <a:t>SMDR Government Polytechnic, Dhule</a:t>
            </a:r>
          </a:p>
        </p:txBody>
      </p:sp>
    </p:spTree>
    <p:extLst>
      <p:ext uri="{BB962C8B-B14F-4D97-AF65-F5344CB8AC3E}">
        <p14:creationId xmlns:p14="http://schemas.microsoft.com/office/powerpoint/2010/main" val="1032804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circle(in)">
                                      <p:cBhvr>
                                        <p:cTn id="12" dur="20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circle(in)">
                                      <p:cBhvr>
                                        <p:cTn id="17" dur="2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10"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690BAB-F2CF-063B-33BD-5A9DDF785C83}"/>
              </a:ext>
            </a:extLst>
          </p:cNvPr>
          <p:cNvSpPr>
            <a:spLocks noGrp="1"/>
          </p:cNvSpPr>
          <p:nvPr>
            <p:ph type="title"/>
          </p:nvPr>
        </p:nvSpPr>
        <p:spPr/>
        <p:txBody>
          <a:bodyPr/>
          <a:lstStyle/>
          <a:p>
            <a:r>
              <a:rPr lang="en-IN" dirty="0"/>
              <a:t>Submitted By - </a:t>
            </a:r>
          </a:p>
        </p:txBody>
      </p:sp>
      <p:sp>
        <p:nvSpPr>
          <p:cNvPr id="3" name="Content Placeholder 2">
            <a:extLst>
              <a:ext uri="{FF2B5EF4-FFF2-40B4-BE49-F238E27FC236}">
                <a16:creationId xmlns:a16="http://schemas.microsoft.com/office/drawing/2014/main" xmlns="" id="{6A44FDA3-3B11-E687-B2A0-B873F64928BA}"/>
              </a:ext>
            </a:extLst>
          </p:cNvPr>
          <p:cNvSpPr>
            <a:spLocks noGrp="1"/>
          </p:cNvSpPr>
          <p:nvPr>
            <p:ph idx="1"/>
          </p:nvPr>
        </p:nvSpPr>
        <p:spPr/>
        <p:txBody>
          <a:bodyPr>
            <a:normAutofit lnSpcReduction="10000"/>
          </a:bodyPr>
          <a:lstStyle/>
          <a:p>
            <a:pPr marL="514350" indent="-514350">
              <a:buFont typeface="+mj-lt"/>
              <a:buAutoNum type="romanLcPeriod"/>
            </a:pPr>
            <a:r>
              <a:rPr lang="en-IN" dirty="0"/>
              <a:t>Renuka Satish Bhavsar   - 317 </a:t>
            </a:r>
          </a:p>
          <a:p>
            <a:pPr marL="514350" indent="-514350">
              <a:buFont typeface="+mj-lt"/>
              <a:buAutoNum type="romanLcPeriod"/>
            </a:pPr>
            <a:r>
              <a:rPr lang="en-IN" dirty="0"/>
              <a:t>Unnati Dhanraj Kulkarni  -338 </a:t>
            </a:r>
          </a:p>
          <a:p>
            <a:pPr marL="514350" indent="-514350">
              <a:buFont typeface="+mj-lt"/>
              <a:buAutoNum type="romanLcPeriod"/>
            </a:pPr>
            <a:r>
              <a:rPr lang="en-IN" dirty="0"/>
              <a:t>Bhavana Lotan Patil        - 339 </a:t>
            </a:r>
          </a:p>
          <a:p>
            <a:pPr marL="514350" indent="-514350">
              <a:buFont typeface="+mj-lt"/>
              <a:buAutoNum type="romanLcPeriod"/>
            </a:pPr>
            <a:r>
              <a:rPr lang="en-IN" dirty="0"/>
              <a:t>Harshada Rajendra Koli  -342</a:t>
            </a:r>
          </a:p>
          <a:p>
            <a:pPr marL="514350" indent="-514350">
              <a:buFont typeface="+mj-lt"/>
              <a:buAutoNum type="romanLcPeriod"/>
            </a:pPr>
            <a:endParaRPr lang="en-IN" dirty="0"/>
          </a:p>
          <a:p>
            <a:pPr marL="0" indent="0"/>
            <a:r>
              <a:rPr lang="en-IN" dirty="0"/>
              <a:t>Branch – Computer </a:t>
            </a:r>
            <a:r>
              <a:rPr lang="en-IN" dirty="0" smtClean="0"/>
              <a:t>(6</a:t>
            </a:r>
            <a:r>
              <a:rPr lang="en-IN" baseline="30000" dirty="0" smtClean="0"/>
              <a:t>th</a:t>
            </a:r>
            <a:r>
              <a:rPr lang="en-IN" dirty="0" smtClean="0"/>
              <a:t> </a:t>
            </a:r>
            <a:r>
              <a:rPr lang="en-IN" dirty="0"/>
              <a:t>sem) </a:t>
            </a:r>
          </a:p>
        </p:txBody>
      </p:sp>
      <p:sp>
        <p:nvSpPr>
          <p:cNvPr id="9" name="Date Placeholder 8">
            <a:extLst>
              <a:ext uri="{FF2B5EF4-FFF2-40B4-BE49-F238E27FC236}">
                <a16:creationId xmlns:a16="http://schemas.microsoft.com/office/drawing/2014/main" xmlns="" id="{0E214291-13D2-D248-400F-3927ABBDE59B}"/>
              </a:ext>
            </a:extLst>
          </p:cNvPr>
          <p:cNvSpPr>
            <a:spLocks noGrp="1"/>
          </p:cNvSpPr>
          <p:nvPr>
            <p:ph type="dt" sz="half" idx="10"/>
          </p:nvPr>
        </p:nvSpPr>
        <p:spPr/>
        <p:txBody>
          <a:bodyPr/>
          <a:lstStyle/>
          <a:p>
            <a:r>
              <a:rPr lang="en-US" dirty="0"/>
              <a:t>2/8/20XX</a:t>
            </a:r>
          </a:p>
        </p:txBody>
      </p:sp>
      <p:sp>
        <p:nvSpPr>
          <p:cNvPr id="10" name="Slide Number Placeholder 9">
            <a:extLst>
              <a:ext uri="{FF2B5EF4-FFF2-40B4-BE49-F238E27FC236}">
                <a16:creationId xmlns:a16="http://schemas.microsoft.com/office/drawing/2014/main" xmlns="" id="{A89DBC66-2E50-56B1-C773-F75F86D447E2}"/>
              </a:ext>
            </a:extLst>
          </p:cNvPr>
          <p:cNvSpPr>
            <a:spLocks noGrp="1"/>
          </p:cNvSpPr>
          <p:nvPr>
            <p:ph type="sldNum" sz="quarter" idx="12"/>
          </p:nvPr>
        </p:nvSpPr>
        <p:spPr/>
        <p:txBody>
          <a:bodyPr/>
          <a:lstStyle/>
          <a:p>
            <a:fld id="{08AB70BE-1769-45B8-85A6-0C837432C7E6}" type="slidenum">
              <a:rPr lang="en-US" smtClean="0"/>
              <a:pPr/>
              <a:t>2</a:t>
            </a:fld>
            <a:endParaRPr lang="en-US" dirty="0"/>
          </a:p>
        </p:txBody>
      </p:sp>
    </p:spTree>
    <p:extLst>
      <p:ext uri="{BB962C8B-B14F-4D97-AF65-F5344CB8AC3E}">
        <p14:creationId xmlns:p14="http://schemas.microsoft.com/office/powerpoint/2010/main" val="379995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2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ircle(in)">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401ED9-04DB-4CDE-9061-CBB220C8211E}"/>
              </a:ext>
            </a:extLst>
          </p:cNvPr>
          <p:cNvSpPr>
            <a:spLocks noGrp="1"/>
          </p:cNvSpPr>
          <p:nvPr>
            <p:ph type="ctrTitle"/>
          </p:nvPr>
        </p:nvSpPr>
        <p:spPr>
          <a:xfrm>
            <a:off x="373226" y="1600198"/>
            <a:ext cx="6134098" cy="3759202"/>
          </a:xfrm>
        </p:spPr>
        <p:txBody>
          <a:bodyPr>
            <a:normAutofit fontScale="90000"/>
          </a:bodyPr>
          <a:lstStyle/>
          <a:p>
            <a:r>
              <a:rPr lang="en-US" sz="2800" dirty="0">
                <a:latin typeface="Algerian" panose="04020705040A02060702" pitchFamily="82" charset="0"/>
              </a:rPr>
              <a:t>1. Problem Statement</a:t>
            </a:r>
            <a:br>
              <a:rPr lang="en-US" sz="2800" dirty="0">
                <a:latin typeface="Algerian" panose="04020705040A02060702" pitchFamily="82" charset="0"/>
              </a:rPr>
            </a:br>
            <a:r>
              <a:rPr lang="en-US" sz="2800" dirty="0">
                <a:latin typeface="Algerian" panose="04020705040A02060702" pitchFamily="82" charset="0"/>
              </a:rPr>
              <a:t>2. Abstract</a:t>
            </a:r>
            <a:br>
              <a:rPr lang="en-US" sz="2800" dirty="0">
                <a:latin typeface="Algerian" panose="04020705040A02060702" pitchFamily="82" charset="0"/>
              </a:rPr>
            </a:br>
            <a:r>
              <a:rPr lang="en-US" sz="2800" dirty="0">
                <a:latin typeface="Algerian" panose="04020705040A02060702" pitchFamily="82" charset="0"/>
              </a:rPr>
              <a:t>3. </a:t>
            </a:r>
            <a:r>
              <a:rPr lang="en-US" sz="2800" dirty="0" smtClean="0">
                <a:latin typeface="Algerian" panose="04020705040A02060702" pitchFamily="82" charset="0"/>
              </a:rPr>
              <a:t>Introduction</a:t>
            </a:r>
            <a:br>
              <a:rPr lang="en-US" sz="2800" dirty="0" smtClean="0">
                <a:latin typeface="Algerian" panose="04020705040A02060702" pitchFamily="82" charset="0"/>
              </a:rPr>
            </a:br>
            <a:r>
              <a:rPr lang="en-US" sz="2800" dirty="0" smtClean="0">
                <a:latin typeface="Algerian" panose="04020705040A02060702" pitchFamily="82" charset="0"/>
              </a:rPr>
              <a:t>4. Literature review</a:t>
            </a:r>
            <a:r>
              <a:rPr lang="en-US" sz="2800" dirty="0">
                <a:latin typeface="Algerian" panose="04020705040A02060702" pitchFamily="82" charset="0"/>
              </a:rPr>
              <a:t/>
            </a:r>
            <a:br>
              <a:rPr lang="en-US" sz="2800" dirty="0">
                <a:latin typeface="Algerian" panose="04020705040A02060702" pitchFamily="82" charset="0"/>
              </a:rPr>
            </a:br>
            <a:r>
              <a:rPr lang="en-US" sz="2800" dirty="0" smtClean="0">
                <a:latin typeface="Algerian" panose="04020705040A02060702" pitchFamily="82" charset="0"/>
              </a:rPr>
              <a:t>5. Methodology</a:t>
            </a:r>
            <a:br>
              <a:rPr lang="en-US" sz="2800" dirty="0" smtClean="0">
                <a:latin typeface="Algerian" panose="04020705040A02060702" pitchFamily="82" charset="0"/>
              </a:rPr>
            </a:br>
            <a:r>
              <a:rPr lang="en-US" sz="2800" dirty="0" smtClean="0">
                <a:latin typeface="Algerian" panose="04020705040A02060702" pitchFamily="82" charset="0"/>
              </a:rPr>
              <a:t>6. Diagrams</a:t>
            </a:r>
            <a:br>
              <a:rPr lang="en-US" sz="2800" dirty="0" smtClean="0">
                <a:latin typeface="Algerian" panose="04020705040A02060702" pitchFamily="82" charset="0"/>
              </a:rPr>
            </a:br>
            <a:r>
              <a:rPr lang="en-US" sz="2800" dirty="0" smtClean="0">
                <a:latin typeface="Algerian" panose="04020705040A02060702" pitchFamily="82" charset="0"/>
              </a:rPr>
              <a:t>7. Output</a:t>
            </a:r>
            <a:r>
              <a:rPr lang="en-US" sz="2800" dirty="0">
                <a:latin typeface="Algerian" panose="04020705040A02060702" pitchFamily="82" charset="0"/>
              </a:rPr>
              <a:t/>
            </a:r>
            <a:br>
              <a:rPr lang="en-US" sz="2800" dirty="0">
                <a:latin typeface="Algerian" panose="04020705040A02060702" pitchFamily="82" charset="0"/>
              </a:rPr>
            </a:br>
            <a:r>
              <a:rPr lang="en-US" sz="2800" dirty="0" smtClean="0">
                <a:latin typeface="Algerian" panose="04020705040A02060702" pitchFamily="82" charset="0"/>
              </a:rPr>
              <a:t>8. </a:t>
            </a:r>
            <a:r>
              <a:rPr lang="en-US" sz="2800" dirty="0">
                <a:latin typeface="Algerian" panose="04020705040A02060702" pitchFamily="82" charset="0"/>
              </a:rPr>
              <a:t>Resource </a:t>
            </a:r>
            <a:r>
              <a:rPr lang="en-US" sz="2800" dirty="0" smtClean="0">
                <a:latin typeface="Algerian" panose="04020705040A02060702" pitchFamily="82" charset="0"/>
              </a:rPr>
              <a:t>Required</a:t>
            </a:r>
            <a:br>
              <a:rPr lang="en-US" sz="2800" dirty="0" smtClean="0">
                <a:latin typeface="Algerian" panose="04020705040A02060702" pitchFamily="82" charset="0"/>
              </a:rPr>
            </a:br>
            <a:r>
              <a:rPr lang="en-US" sz="2800" dirty="0">
                <a:latin typeface="Algerian" panose="04020705040A02060702" pitchFamily="82" charset="0"/>
              </a:rPr>
              <a:t>9</a:t>
            </a:r>
            <a:r>
              <a:rPr lang="en-US" sz="2800" dirty="0" smtClean="0">
                <a:latin typeface="Algerian" panose="04020705040A02060702" pitchFamily="82" charset="0"/>
              </a:rPr>
              <a:t>. </a:t>
            </a:r>
            <a:r>
              <a:rPr lang="en-US" sz="2800" dirty="0">
                <a:latin typeface="Algerian" panose="04020705040A02060702" pitchFamily="82" charset="0"/>
              </a:rPr>
              <a:t>Conclusion</a:t>
            </a:r>
            <a:br>
              <a:rPr lang="en-US" sz="2800" dirty="0">
                <a:latin typeface="Algerian" panose="04020705040A02060702" pitchFamily="82" charset="0"/>
              </a:rPr>
            </a:br>
            <a:r>
              <a:rPr lang="en-US" sz="2800" dirty="0" smtClean="0">
                <a:latin typeface="Algerian" panose="04020705040A02060702" pitchFamily="82" charset="0"/>
              </a:rPr>
              <a:t>10.Reference</a:t>
            </a:r>
            <a:endParaRPr lang="en-US" sz="2800" dirty="0">
              <a:latin typeface="Algerian" panose="04020705040A02060702" pitchFamily="82" charset="0"/>
            </a:endParaRPr>
          </a:p>
        </p:txBody>
      </p:sp>
      <p:pic>
        <p:nvPicPr>
          <p:cNvPr id="6" name="Picture Placeholder 5" descr="Moon in the evening sky">
            <a:extLst>
              <a:ext uri="{FF2B5EF4-FFF2-40B4-BE49-F238E27FC236}">
                <a16:creationId xmlns:a16="http://schemas.microsoft.com/office/drawing/2014/main" xmlns="" id="{F5199BAF-8671-4A5C-B912-4B2556FF9B38}"/>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6746033" y="1"/>
            <a:ext cx="5445967" cy="6858000"/>
          </a:xfrm>
        </p:spPr>
      </p:pic>
    </p:spTree>
    <p:extLst>
      <p:ext uri="{BB962C8B-B14F-4D97-AF65-F5344CB8AC3E}">
        <p14:creationId xmlns:p14="http://schemas.microsoft.com/office/powerpoint/2010/main" val="2127156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23EE07-2422-4BD7-9459-785A29A3C2B0}"/>
              </a:ext>
            </a:extLst>
          </p:cNvPr>
          <p:cNvSpPr>
            <a:spLocks noGrp="1"/>
          </p:cNvSpPr>
          <p:nvPr>
            <p:ph type="title"/>
          </p:nvPr>
        </p:nvSpPr>
        <p:spPr>
          <a:xfrm>
            <a:off x="905256" y="177800"/>
            <a:ext cx="9914859" cy="1054100"/>
          </a:xfrm>
        </p:spPr>
        <p:txBody>
          <a:bodyPr/>
          <a:lstStyle/>
          <a:p>
            <a:r>
              <a:rPr lang="en-IN" dirty="0"/>
              <a:t>Problem Statement</a:t>
            </a:r>
          </a:p>
        </p:txBody>
      </p:sp>
      <p:sp>
        <p:nvSpPr>
          <p:cNvPr id="3" name="Content Placeholder 2">
            <a:extLst>
              <a:ext uri="{FF2B5EF4-FFF2-40B4-BE49-F238E27FC236}">
                <a16:creationId xmlns:a16="http://schemas.microsoft.com/office/drawing/2014/main" xmlns="" id="{ADC09B95-53D5-7E7D-FF21-A701439B1714}"/>
              </a:ext>
            </a:extLst>
          </p:cNvPr>
          <p:cNvSpPr>
            <a:spLocks noGrp="1"/>
          </p:cNvSpPr>
          <p:nvPr>
            <p:ph idx="1"/>
          </p:nvPr>
        </p:nvSpPr>
        <p:spPr>
          <a:xfrm>
            <a:off x="472440" y="1384300"/>
            <a:ext cx="10855960" cy="4779963"/>
          </a:xfrm>
        </p:spPr>
        <p:txBody>
          <a:bodyPr>
            <a:normAutofit fontScale="92500" lnSpcReduction="10000"/>
          </a:bodyPr>
          <a:lstStyle/>
          <a:p>
            <a:pPr algn="just">
              <a:lnSpc>
                <a:spcPct val="115000"/>
              </a:lnSpc>
              <a:spcAft>
                <a:spcPts val="1000"/>
              </a:spcAft>
              <a:tabLst>
                <a:tab pos="5473700" algn="l"/>
              </a:tabLst>
            </a:pPr>
            <a:r>
              <a:rPr lang="en-US" sz="1800" dirty="0" smtClean="0">
                <a:latin typeface="Times New Roman" panose="02020603050405020304" pitchFamily="18" charset="0"/>
                <a:ea typeface="Calibri" panose="020F0502020204030204" pitchFamily="34" charset="0"/>
                <a:cs typeface="Times New Roman" panose="02020603050405020304" pitchFamily="18" charset="0"/>
              </a:rPr>
              <a:t>Following some problem which solve by this software:</a:t>
            </a:r>
          </a:p>
          <a:p>
            <a:pPr algn="just">
              <a:lnSpc>
                <a:spcPct val="115000"/>
              </a:lnSpc>
              <a:spcAft>
                <a:spcPts val="1000"/>
              </a:spcAft>
              <a:tabLst>
                <a:tab pos="5473700" algn="l"/>
              </a:tabLst>
            </a:pPr>
            <a:r>
              <a:rPr lang="en-US" sz="1800" b="1" dirty="0" smtClean="0">
                <a:latin typeface="Times New Roman" panose="02020603050405020304" pitchFamily="18" charset="0"/>
                <a:ea typeface="Calibri" panose="020F0502020204030204" pitchFamily="34" charset="0"/>
                <a:cs typeface="Times New Roman" panose="02020603050405020304" pitchFamily="18" charset="0"/>
              </a:rPr>
              <a:t>Safety </a:t>
            </a:r>
            <a:r>
              <a:rPr lang="en-US" sz="1800" b="1" dirty="0">
                <a:latin typeface="Times New Roman" panose="02020603050405020304" pitchFamily="18" charset="0"/>
                <a:ea typeface="Calibri" panose="020F0502020204030204" pitchFamily="34" charset="0"/>
                <a:cs typeface="Times New Roman" panose="02020603050405020304" pitchFamily="18" charset="0"/>
              </a:rPr>
              <a:t>and Security</a:t>
            </a:r>
            <a:r>
              <a:rPr lang="en-US" sz="1800" dirty="0">
                <a:latin typeface="Times New Roman" panose="02020603050405020304" pitchFamily="18" charset="0"/>
                <a:ea typeface="Calibri" panose="020F0502020204030204" pitchFamily="34" charset="0"/>
                <a:cs typeface="Times New Roman" panose="02020603050405020304" pitchFamily="18" charset="0"/>
              </a:rPr>
              <a:t>: Ensuring the safety of the hostel residents is paramount. By promptly notifying hostel authorities when a girl is missing, the system enhances security measures and enables quick response in case of emergencies or potential threats</a:t>
            </a:r>
            <a:r>
              <a:rPr lang="en-US" sz="1800" dirty="0" smtClean="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15000"/>
              </a:lnSpc>
              <a:spcAft>
                <a:spcPts val="1000"/>
              </a:spcAft>
              <a:tabLst>
                <a:tab pos="5473700" algn="l"/>
              </a:tabLst>
            </a:pPr>
            <a:r>
              <a:rPr lang="en-US" sz="1800" b="1" dirty="0" smtClean="0">
                <a:latin typeface="Times New Roman" panose="02020603050405020304" pitchFamily="18" charset="0"/>
                <a:ea typeface="Calibri" panose="020F0502020204030204" pitchFamily="34" charset="0"/>
                <a:cs typeface="Times New Roman" panose="02020603050405020304" pitchFamily="18" charset="0"/>
              </a:rPr>
              <a:t>Efficient </a:t>
            </a:r>
            <a:r>
              <a:rPr lang="en-US" sz="1800" b="1" dirty="0">
                <a:latin typeface="Times New Roman" panose="02020603050405020304" pitchFamily="18" charset="0"/>
                <a:ea typeface="Calibri" panose="020F0502020204030204" pitchFamily="34" charset="0"/>
                <a:cs typeface="Times New Roman" panose="02020603050405020304" pitchFamily="18" charset="0"/>
              </a:rPr>
              <a:t>Management</a:t>
            </a:r>
            <a:r>
              <a:rPr lang="en-US" sz="1800" dirty="0">
                <a:latin typeface="Times New Roman" panose="02020603050405020304" pitchFamily="18" charset="0"/>
                <a:ea typeface="Calibri" panose="020F0502020204030204" pitchFamily="34" charset="0"/>
                <a:cs typeface="Times New Roman" panose="02020603050405020304" pitchFamily="18" charset="0"/>
              </a:rPr>
              <a:t>: Manual attendance tracking processes are time-consuming and prone to errors. By automating attendance monitoring and alerting, the system streamlines management tasks, allowing hostel staff to focus on other </a:t>
            </a:r>
            <a:r>
              <a:rPr lang="en-US" sz="1800" dirty="0" smtClean="0">
                <a:latin typeface="Times New Roman" panose="02020603050405020304" pitchFamily="18" charset="0"/>
                <a:ea typeface="Calibri" panose="020F0502020204030204" pitchFamily="34" charset="0"/>
                <a:cs typeface="Times New Roman" panose="02020603050405020304" pitchFamily="18" charset="0"/>
              </a:rPr>
              <a:t>critical</a:t>
            </a:r>
          </a:p>
          <a:p>
            <a:pPr algn="just">
              <a:lnSpc>
                <a:spcPct val="115000"/>
              </a:lnSpc>
              <a:spcAft>
                <a:spcPts val="1000"/>
              </a:spcAft>
              <a:tabLst>
                <a:tab pos="5473700" algn="l"/>
              </a:tabLst>
            </a:pPr>
            <a:r>
              <a:rPr lang="en-US" sz="1800" b="1" dirty="0" smtClean="0">
                <a:latin typeface="Times New Roman" panose="02020603050405020304" pitchFamily="18" charset="0"/>
                <a:ea typeface="Calibri" panose="020F0502020204030204" pitchFamily="34" charset="0"/>
                <a:cs typeface="Times New Roman" panose="02020603050405020304" pitchFamily="18" charset="0"/>
              </a:rPr>
              <a:t>Compliance </a:t>
            </a:r>
            <a:r>
              <a:rPr lang="en-US" sz="1800" b="1" dirty="0">
                <a:latin typeface="Times New Roman" panose="02020603050405020304" pitchFamily="18" charset="0"/>
                <a:ea typeface="Calibri" panose="020F0502020204030204" pitchFamily="34" charset="0"/>
                <a:cs typeface="Times New Roman" panose="02020603050405020304" pitchFamily="18" charset="0"/>
              </a:rPr>
              <a:t>and Regulation</a:t>
            </a:r>
            <a:r>
              <a:rPr lang="en-US" sz="1800" dirty="0">
                <a:latin typeface="Times New Roman" panose="02020603050405020304" pitchFamily="18" charset="0"/>
                <a:ea typeface="Calibri" panose="020F0502020204030204" pitchFamily="34" charset="0"/>
                <a:cs typeface="Times New Roman" panose="02020603050405020304" pitchFamily="18" charset="0"/>
              </a:rPr>
              <a:t>: Many educational institutions and hostels have regulations and guidelines in place regarding attendance monitoring and student safety. Implementing such a system helps hostels comply with these regulations and demonstrate their commitment to ensuring the welfare of their residents</a:t>
            </a:r>
            <a:r>
              <a:rPr lang="en-US" sz="1800" dirty="0" smtClean="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15000"/>
              </a:lnSpc>
              <a:spcAft>
                <a:spcPts val="1000"/>
              </a:spcAft>
              <a:tabLst>
                <a:tab pos="5473700" algn="l"/>
              </a:tabLst>
            </a:pPr>
            <a:r>
              <a:rPr lang="en-US" sz="18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800" b="1" dirty="0">
                <a:latin typeface="Times New Roman" panose="02020603050405020304" pitchFamily="18" charset="0"/>
                <a:ea typeface="Calibri" panose="020F0502020204030204" pitchFamily="34" charset="0"/>
                <a:cs typeface="Times New Roman" panose="02020603050405020304" pitchFamily="18" charset="0"/>
              </a:rPr>
              <a:t>Parental Assurance</a:t>
            </a:r>
            <a:r>
              <a:rPr lang="en-US" sz="1800" dirty="0">
                <a:latin typeface="Times New Roman" panose="02020603050405020304" pitchFamily="18" charset="0"/>
                <a:ea typeface="Calibri" panose="020F0502020204030204" pitchFamily="34" charset="0"/>
                <a:cs typeface="Times New Roman" panose="02020603050405020304" pitchFamily="18" charset="0"/>
              </a:rPr>
              <a:t>: Parents often rely on hostels to provide a safe and conducive environment for their daughters. By implementing an attendance system with missing girl alerts, hostels can reassure parents of their proactive approach to safeguarding their </a:t>
            </a:r>
            <a:r>
              <a:rPr lang="en-US" sz="1800" dirty="0" smtClean="0">
                <a:latin typeface="Times New Roman" panose="02020603050405020304" pitchFamily="18" charset="0"/>
                <a:ea typeface="Calibri" panose="020F0502020204030204" pitchFamily="34" charset="0"/>
                <a:cs typeface="Times New Roman" panose="02020603050405020304" pitchFamily="18" charset="0"/>
              </a:rPr>
              <a:t>children's</a:t>
            </a:r>
          </a:p>
        </p:txBody>
      </p:sp>
      <p:sp>
        <p:nvSpPr>
          <p:cNvPr id="6" name="Slide Number Placeholder 5">
            <a:extLst>
              <a:ext uri="{FF2B5EF4-FFF2-40B4-BE49-F238E27FC236}">
                <a16:creationId xmlns:a16="http://schemas.microsoft.com/office/drawing/2014/main" xmlns="" id="{3D4772BE-1E59-C85E-A3E3-34A49062100B}"/>
              </a:ext>
            </a:extLst>
          </p:cNvPr>
          <p:cNvSpPr>
            <a:spLocks noGrp="1"/>
          </p:cNvSpPr>
          <p:nvPr>
            <p:ph type="sldNum" sz="quarter" idx="12"/>
          </p:nvPr>
        </p:nvSpPr>
        <p:spPr>
          <a:xfrm>
            <a:off x="11125200" y="6434524"/>
            <a:ext cx="946513" cy="365125"/>
          </a:xfrm>
        </p:spPr>
        <p:txBody>
          <a:bodyPr/>
          <a:lstStyle/>
          <a:p>
            <a:r>
              <a:rPr lang="en-US" dirty="0" smtClean="0"/>
              <a:t>4/24</a:t>
            </a:r>
            <a:endParaRPr lang="en-US" dirty="0"/>
          </a:p>
        </p:txBody>
      </p:sp>
    </p:spTree>
    <p:extLst>
      <p:ext uri="{BB962C8B-B14F-4D97-AF65-F5344CB8AC3E}">
        <p14:creationId xmlns:p14="http://schemas.microsoft.com/office/powerpoint/2010/main" val="914356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2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9ABD27-0D15-3529-D66D-6539C1C6538F}"/>
              </a:ext>
            </a:extLst>
          </p:cNvPr>
          <p:cNvSpPr>
            <a:spLocks noGrp="1"/>
          </p:cNvSpPr>
          <p:nvPr>
            <p:ph type="title"/>
          </p:nvPr>
        </p:nvSpPr>
        <p:spPr>
          <a:xfrm>
            <a:off x="905256" y="304800"/>
            <a:ext cx="9914859" cy="952500"/>
          </a:xfrm>
        </p:spPr>
        <p:txBody>
          <a:bodyPr/>
          <a:lstStyle/>
          <a:p>
            <a:r>
              <a:rPr lang="en-IN" dirty="0"/>
              <a:t>Abstract</a:t>
            </a:r>
          </a:p>
        </p:txBody>
      </p:sp>
      <p:sp>
        <p:nvSpPr>
          <p:cNvPr id="3" name="Content Placeholder 2">
            <a:extLst>
              <a:ext uri="{FF2B5EF4-FFF2-40B4-BE49-F238E27FC236}">
                <a16:creationId xmlns:a16="http://schemas.microsoft.com/office/drawing/2014/main" xmlns="" id="{F99AAED6-FF74-2322-75F6-054361CA7D8A}"/>
              </a:ext>
            </a:extLst>
          </p:cNvPr>
          <p:cNvSpPr>
            <a:spLocks noGrp="1"/>
          </p:cNvSpPr>
          <p:nvPr>
            <p:ph idx="1"/>
          </p:nvPr>
        </p:nvSpPr>
        <p:spPr>
          <a:xfrm>
            <a:off x="853440" y="1380931"/>
            <a:ext cx="10500360" cy="5253134"/>
          </a:xfrm>
        </p:spPr>
        <p:txBody>
          <a:bodyPr>
            <a:normAutofit lnSpcReduction="10000"/>
          </a:bodyPr>
          <a:lstStyle/>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biometric system plays the most important role in this current century. Finger print identification is one among the foremost distinguished and familiar identity verification system due to its individuality. </a:t>
            </a: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Security within the hostel is one of the foremost repetitive issues. To keep up day by day attendance verification is sophisticated and time consuming system for the hostel management</a:t>
            </a:r>
            <a:r>
              <a:rPr lang="en-US" sz="1800" dirty="0" smtClean="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paper deals with, avoid of an entire problem in hostel management system together with this monitoring system also proposed.</a:t>
            </a: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administrator of this system was college principal or warden. Biometric system is used to accommodate a large number of students within the hostel. </a:t>
            </a:r>
          </a:p>
          <a:p>
            <a:pPr>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system makes automatically to monitor the entry and exit of students from hostel and offers alert SMS to parents for their safety.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6" name="Slide Number Placeholder 5">
            <a:extLst>
              <a:ext uri="{FF2B5EF4-FFF2-40B4-BE49-F238E27FC236}">
                <a16:creationId xmlns:a16="http://schemas.microsoft.com/office/drawing/2014/main" xmlns="" id="{6C704433-99ED-B5BC-554F-0D1022410EA6}"/>
              </a:ext>
            </a:extLst>
          </p:cNvPr>
          <p:cNvSpPr>
            <a:spLocks noGrp="1"/>
          </p:cNvSpPr>
          <p:nvPr>
            <p:ph type="sldNum" sz="quarter" idx="12"/>
          </p:nvPr>
        </p:nvSpPr>
        <p:spPr>
          <a:xfrm>
            <a:off x="11112500" y="6434524"/>
            <a:ext cx="971913" cy="365125"/>
          </a:xfrm>
        </p:spPr>
        <p:txBody>
          <a:bodyPr/>
          <a:lstStyle/>
          <a:p>
            <a:fld id="{08AB70BE-1769-45B8-85A6-0C837432C7E6}" type="slidenum">
              <a:rPr lang="en-US" smtClean="0"/>
              <a:pPr/>
              <a:t>5</a:t>
            </a:fld>
            <a:r>
              <a:rPr lang="en-US" dirty="0" smtClean="0"/>
              <a:t>/24</a:t>
            </a:r>
            <a:endParaRPr lang="en-US" dirty="0"/>
          </a:p>
        </p:txBody>
      </p:sp>
    </p:spTree>
    <p:extLst>
      <p:ext uri="{BB962C8B-B14F-4D97-AF65-F5344CB8AC3E}">
        <p14:creationId xmlns:p14="http://schemas.microsoft.com/office/powerpoint/2010/main" val="1601020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2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522955-549C-F682-DDED-F055F909A645}"/>
              </a:ext>
            </a:extLst>
          </p:cNvPr>
          <p:cNvSpPr>
            <a:spLocks noGrp="1"/>
          </p:cNvSpPr>
          <p:nvPr>
            <p:ph type="title"/>
          </p:nvPr>
        </p:nvSpPr>
        <p:spPr>
          <a:xfrm>
            <a:off x="854456" y="244856"/>
            <a:ext cx="9914859" cy="872744"/>
          </a:xfrm>
        </p:spPr>
        <p:txBody>
          <a:bodyPr>
            <a:normAutofit fontScale="90000"/>
          </a:bodyPr>
          <a:lstStyle/>
          <a:p>
            <a:pPr algn="just">
              <a:lnSpc>
                <a:spcPct val="150000"/>
              </a:lnSpc>
            </a:pPr>
            <a:r>
              <a:rPr lang="en-IN" dirty="0"/>
              <a:t>Introduction</a:t>
            </a:r>
          </a:p>
        </p:txBody>
      </p:sp>
      <p:sp>
        <p:nvSpPr>
          <p:cNvPr id="3" name="Content Placeholder 2">
            <a:extLst>
              <a:ext uri="{FF2B5EF4-FFF2-40B4-BE49-F238E27FC236}">
                <a16:creationId xmlns:a16="http://schemas.microsoft.com/office/drawing/2014/main" xmlns="" id="{1DD88236-D843-2888-39E3-D85D2887FBA9}"/>
              </a:ext>
            </a:extLst>
          </p:cNvPr>
          <p:cNvSpPr>
            <a:spLocks noGrp="1"/>
          </p:cNvSpPr>
          <p:nvPr>
            <p:ph idx="1"/>
          </p:nvPr>
        </p:nvSpPr>
        <p:spPr>
          <a:xfrm>
            <a:off x="574040" y="1270000"/>
            <a:ext cx="10017760" cy="5346700"/>
          </a:xfrm>
        </p:spPr>
        <p:txBody>
          <a:bodyPr>
            <a:normAutofit/>
          </a:bodyPr>
          <a:lstStyle/>
          <a:p>
            <a:pPr algn="just">
              <a:lnSpc>
                <a:spcPct val="100000"/>
              </a:lnSpc>
              <a:spcAft>
                <a:spcPts val="1000"/>
              </a:spcAft>
              <a:buFont typeface="Wingdings" pitchFamily="2" charset="2"/>
              <a:buChar char="§"/>
            </a:pPr>
            <a:r>
              <a:rPr lang="en-US" sz="1800" dirty="0" smtClean="0">
                <a:latin typeface="Times New Roman" panose="02020603050405020304" pitchFamily="18" charset="0"/>
                <a:ea typeface="Calibri" panose="020F0502020204030204" pitchFamily="34" charset="0"/>
                <a:cs typeface="Times New Roman" panose="02020603050405020304" pitchFamily="18" charset="0"/>
              </a:rPr>
              <a:t>In </a:t>
            </a:r>
            <a:r>
              <a:rPr lang="en-US" sz="1800" dirty="0">
                <a:latin typeface="Times New Roman" panose="02020603050405020304" pitchFamily="18" charset="0"/>
                <a:ea typeface="Calibri" panose="020F0502020204030204" pitchFamily="34" charset="0"/>
                <a:cs typeface="Times New Roman" panose="02020603050405020304" pitchFamily="18" charset="0"/>
              </a:rPr>
              <a:t>an era where safety and security are paramount concerns, especially in communal </a:t>
            </a:r>
            <a:r>
              <a:rPr lang="en-US" sz="1800" dirty="0" smtClean="0">
                <a:latin typeface="Times New Roman" panose="02020603050405020304" pitchFamily="18" charset="0"/>
                <a:ea typeface="Calibri" panose="020F0502020204030204" pitchFamily="34" charset="0"/>
                <a:cs typeface="Times New Roman" panose="02020603050405020304" pitchFamily="18" charset="0"/>
              </a:rPr>
              <a:t>living environments such </a:t>
            </a:r>
            <a:r>
              <a:rPr lang="en-US" sz="1800" dirty="0">
                <a:latin typeface="Times New Roman" panose="02020603050405020304" pitchFamily="18" charset="0"/>
                <a:ea typeface="Calibri" panose="020F0502020204030204" pitchFamily="34" charset="0"/>
                <a:cs typeface="Times New Roman" panose="02020603050405020304" pitchFamily="18" charset="0"/>
              </a:rPr>
              <a:t>as hostels, the need for robust attendance management systems cannot be overstated. </a:t>
            </a:r>
            <a:endParaRPr lang="en-US" sz="18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Aft>
                <a:spcPts val="1000"/>
              </a:spcAft>
              <a:buFont typeface="Wingdings" pitchFamily="2" charset="2"/>
              <a:buChar char="§"/>
            </a:pPr>
            <a:r>
              <a:rPr lang="en-US" sz="1800" dirty="0" smtClean="0">
                <a:latin typeface="Times New Roman" panose="02020603050405020304" pitchFamily="18" charset="0"/>
                <a:ea typeface="Calibri" panose="020F0502020204030204" pitchFamily="34" charset="0"/>
                <a:cs typeface="Times New Roman" panose="02020603050405020304" pitchFamily="18" charset="0"/>
              </a:rPr>
              <a:t>Introducing </a:t>
            </a:r>
            <a:r>
              <a:rPr lang="en-US" sz="1800" dirty="0">
                <a:latin typeface="Times New Roman" panose="02020603050405020304" pitchFamily="18" charset="0"/>
                <a:ea typeface="Calibri" panose="020F0502020204030204" pitchFamily="34" charset="0"/>
                <a:cs typeface="Times New Roman" panose="02020603050405020304" pitchFamily="18" charset="0"/>
              </a:rPr>
              <a:t>our innovative hostel attendance system tailored specifically for girls' </a:t>
            </a:r>
            <a:r>
              <a:rPr lang="en-US" sz="1800" dirty="0" smtClean="0">
                <a:latin typeface="Times New Roman" panose="02020603050405020304" pitchFamily="18" charset="0"/>
                <a:ea typeface="Calibri" panose="020F0502020204030204" pitchFamily="34" charset="0"/>
                <a:cs typeface="Times New Roman" panose="02020603050405020304" pitchFamily="18" charset="0"/>
              </a:rPr>
              <a:t>hostel, designed </a:t>
            </a:r>
            <a:r>
              <a:rPr lang="en-US" sz="1800" dirty="0">
                <a:latin typeface="Times New Roman" panose="02020603050405020304" pitchFamily="18" charset="0"/>
                <a:ea typeface="Calibri" panose="020F0502020204030204" pitchFamily="34" charset="0"/>
                <a:cs typeface="Times New Roman" panose="02020603050405020304" pitchFamily="18" charset="0"/>
              </a:rPr>
              <a:t>to address the unique challenges and requirements of such environments</a:t>
            </a:r>
            <a:r>
              <a:rPr lang="en-US" sz="1800" dirty="0" smtClean="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15000"/>
              </a:lnSpc>
              <a:spcAft>
                <a:spcPts val="1000"/>
              </a:spcAft>
              <a:buFont typeface="Wingdings" pitchFamily="2" charset="2"/>
              <a:buChar char="§"/>
            </a:pPr>
            <a:r>
              <a:rPr lang="en-US" sz="1800" dirty="0" smtClean="0">
                <a:latin typeface="Times New Roman" panose="02020603050405020304" pitchFamily="18" charset="0"/>
                <a:ea typeface="Calibri" panose="020F0502020204030204" pitchFamily="34" charset="0"/>
                <a:cs typeface="Times New Roman" panose="02020603050405020304" pitchFamily="18" charset="0"/>
              </a:rPr>
              <a:t>One </a:t>
            </a:r>
            <a:r>
              <a:rPr lang="en-US" sz="1800" dirty="0">
                <a:latin typeface="Times New Roman" panose="02020603050405020304" pitchFamily="18" charset="0"/>
                <a:ea typeface="Calibri" panose="020F0502020204030204" pitchFamily="34" charset="0"/>
                <a:cs typeface="Times New Roman" panose="02020603050405020304" pitchFamily="18" charset="0"/>
              </a:rPr>
              <a:t>of the standout features of our system is its proactive approach to </a:t>
            </a:r>
            <a:r>
              <a:rPr lang="en-US" sz="1800" dirty="0" smtClean="0">
                <a:latin typeface="Times New Roman" panose="02020603050405020304" pitchFamily="18" charset="0"/>
                <a:ea typeface="Calibri" panose="020F0502020204030204" pitchFamily="34" charset="0"/>
                <a:cs typeface="Times New Roman" panose="02020603050405020304" pitchFamily="18" charset="0"/>
              </a:rPr>
              <a:t>safety. In </a:t>
            </a:r>
            <a:r>
              <a:rPr lang="en-US" sz="1800" dirty="0">
                <a:latin typeface="Times New Roman" panose="02020603050405020304" pitchFamily="18" charset="0"/>
                <a:ea typeface="Calibri" panose="020F0502020204030204" pitchFamily="34" charset="0"/>
                <a:cs typeface="Times New Roman" panose="02020603050405020304" pitchFamily="18" charset="0"/>
              </a:rPr>
              <a:t>the event of a missing resident, the system triggers immediate alerts to </a:t>
            </a:r>
            <a:r>
              <a:rPr lang="en-US" sz="1800" dirty="0" smtClean="0">
                <a:latin typeface="Times New Roman" panose="02020603050405020304" pitchFamily="18" charset="0"/>
                <a:ea typeface="Calibri" panose="020F0502020204030204" pitchFamily="34" charset="0"/>
                <a:cs typeface="Times New Roman" panose="02020603050405020304" pitchFamily="18" charset="0"/>
              </a:rPr>
              <a:t>hostel authorities</a:t>
            </a:r>
            <a:r>
              <a:rPr lang="en-US" sz="1800" dirty="0">
                <a:latin typeface="Times New Roman" panose="02020603050405020304" pitchFamily="18" charset="0"/>
                <a:ea typeface="Calibri" panose="020F0502020204030204" pitchFamily="34" charset="0"/>
                <a:cs typeface="Times New Roman" panose="02020603050405020304" pitchFamily="18" charset="0"/>
              </a:rPr>
              <a:t>, enabling swift action to locate the individual and ensure their safety. </a:t>
            </a:r>
            <a:endParaRPr lang="en-US" sz="18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Aft>
                <a:spcPts val="1000"/>
              </a:spcAft>
              <a:buFont typeface="Wingdings" pitchFamily="2" charset="2"/>
              <a:buChar char="§"/>
            </a:pPr>
            <a:r>
              <a:rPr lang="en-US" sz="1800" dirty="0" smtClean="0">
                <a:latin typeface="Times New Roman" panose="02020603050405020304" pitchFamily="18" charset="0"/>
                <a:ea typeface="Calibri" panose="020F0502020204030204" pitchFamily="34" charset="0"/>
                <a:cs typeface="Times New Roman" panose="02020603050405020304" pitchFamily="18" charset="0"/>
              </a:rPr>
              <a:t>This </a:t>
            </a:r>
            <a:r>
              <a:rPr lang="en-US" sz="1800" dirty="0">
                <a:latin typeface="Times New Roman" panose="02020603050405020304" pitchFamily="18" charset="0"/>
                <a:ea typeface="Calibri" panose="020F0502020204030204" pitchFamily="34" charset="0"/>
                <a:cs typeface="Times New Roman" panose="02020603050405020304" pitchFamily="18" charset="0"/>
              </a:rPr>
              <a:t>capability underscores our commitment to providing a secure and </a:t>
            </a:r>
            <a:r>
              <a:rPr lang="en-US" sz="1800" dirty="0" smtClean="0">
                <a:latin typeface="Times New Roman" panose="02020603050405020304" pitchFamily="18" charset="0"/>
                <a:ea typeface="Calibri" panose="020F0502020204030204" pitchFamily="34" charset="0"/>
                <a:cs typeface="Times New Roman" panose="02020603050405020304" pitchFamily="18" charset="0"/>
              </a:rPr>
              <a:t>supportive </a:t>
            </a:r>
            <a:r>
              <a:rPr lang="en-US" sz="1800" dirty="0">
                <a:latin typeface="Times New Roman" panose="02020603050405020304" pitchFamily="18" charset="0"/>
                <a:ea typeface="Calibri" panose="020F0502020204030204" pitchFamily="34" charset="0"/>
                <a:cs typeface="Times New Roman" panose="02020603050405020304" pitchFamily="18" charset="0"/>
              </a:rPr>
              <a:t>living environment for all hostel residents. Furthermore, our system facilitates comprehensive reporting and analysis, allowing hostel management to track attendance trends, identify patterns, and make informed decisions to optimize hostel operations</a:t>
            </a:r>
            <a:r>
              <a:rPr lang="en-US" sz="18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IN" sz="1800" dirty="0"/>
          </a:p>
        </p:txBody>
      </p:sp>
      <p:sp>
        <p:nvSpPr>
          <p:cNvPr id="6" name="Slide Number Placeholder 5">
            <a:extLst>
              <a:ext uri="{FF2B5EF4-FFF2-40B4-BE49-F238E27FC236}">
                <a16:creationId xmlns:a16="http://schemas.microsoft.com/office/drawing/2014/main" xmlns="" id="{CE91396E-F9A5-824B-C255-83751A06AB19}"/>
              </a:ext>
            </a:extLst>
          </p:cNvPr>
          <p:cNvSpPr>
            <a:spLocks noGrp="1"/>
          </p:cNvSpPr>
          <p:nvPr>
            <p:ph type="sldNum" sz="quarter" idx="12"/>
          </p:nvPr>
        </p:nvSpPr>
        <p:spPr>
          <a:xfrm>
            <a:off x="11023600" y="6434524"/>
            <a:ext cx="1060813" cy="365125"/>
          </a:xfrm>
        </p:spPr>
        <p:txBody>
          <a:bodyPr/>
          <a:lstStyle/>
          <a:p>
            <a:fld id="{08AB70BE-1769-45B8-85A6-0C837432C7E6}" type="slidenum">
              <a:rPr lang="en-US" smtClean="0"/>
              <a:pPr/>
              <a:t>6</a:t>
            </a:fld>
            <a:r>
              <a:rPr lang="en-US" dirty="0" smtClean="0"/>
              <a:t>/24</a:t>
            </a:r>
            <a:endParaRPr lang="en-US" dirty="0"/>
          </a:p>
        </p:txBody>
      </p:sp>
    </p:spTree>
    <p:extLst>
      <p:ext uri="{BB962C8B-B14F-4D97-AF65-F5344CB8AC3E}">
        <p14:creationId xmlns:p14="http://schemas.microsoft.com/office/powerpoint/2010/main" val="319947450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3440" y="1435100"/>
            <a:ext cx="10500360" cy="4741863"/>
          </a:xfrm>
        </p:spPr>
        <p:txBody>
          <a:bodyPr>
            <a:normAutofit/>
          </a:bodyPr>
          <a:lstStyle/>
          <a:p>
            <a:pPr algn="just"/>
            <a:r>
              <a:rPr lang="en-US" dirty="0">
                <a:latin typeface="Times New Roman" pitchFamily="18" charset="0"/>
                <a:cs typeface="Times New Roman" pitchFamily="18" charset="0"/>
              </a:rPr>
              <a:t>The regularly used biometric technology presently is the Fingerprint recognition, which absorbed imaging of the Fingerprint.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Fingerprint </a:t>
            </a:r>
            <a:r>
              <a:rPr lang="en-US" dirty="0">
                <a:latin typeface="Times New Roman" pitchFamily="18" charset="0"/>
                <a:cs typeface="Times New Roman" pitchFamily="18" charset="0"/>
              </a:rPr>
              <a:t>biometrics is favored over traditional biometric ways because during this the person to be identified is needed to be physically here at the time of identification.</a:t>
            </a:r>
          </a:p>
          <a:p>
            <a:pPr algn="just"/>
            <a:r>
              <a:rPr lang="en-US" dirty="0">
                <a:latin typeface="Times New Roman" pitchFamily="18" charset="0"/>
                <a:cs typeface="Times New Roman" pitchFamily="18" charset="0"/>
              </a:rPr>
              <a:t>The focus is on allowing the utilization of Fingerprint biometrics technology in instructional  institutions, for identification purposes. First, a Fingerprint is registered for every user. After that these image patterns are regenerate into a digital code by means of an algorithm.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There </a:t>
            </a:r>
            <a:r>
              <a:rPr lang="en-US" dirty="0">
                <a:latin typeface="Times New Roman" pitchFamily="18" charset="0"/>
                <a:cs typeface="Times New Roman" pitchFamily="18" charset="0"/>
              </a:rPr>
              <a:t>are different phases in a Finger-scan authentication and identification: Fingerprint image acquisition, image process, locating the distinctive characteristics, model creation and template matching. </a:t>
            </a:r>
            <a:r>
              <a:rPr lang="en-US" b="1" dirty="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a:xfrm>
            <a:off x="10909300" y="6434524"/>
            <a:ext cx="1175113" cy="365125"/>
          </a:xfrm>
        </p:spPr>
        <p:txBody>
          <a:bodyPr/>
          <a:lstStyle/>
          <a:p>
            <a:fld id="{08AB70BE-1769-45B8-85A6-0C837432C7E6}" type="slidenum">
              <a:rPr lang="en-US" smtClean="0"/>
              <a:pPr/>
              <a:t>7</a:t>
            </a:fld>
            <a:r>
              <a:rPr lang="en-US" dirty="0" smtClean="0"/>
              <a:t>/24</a:t>
            </a:r>
            <a:endParaRPr lang="en-US" dirty="0"/>
          </a:p>
        </p:txBody>
      </p:sp>
      <p:sp>
        <p:nvSpPr>
          <p:cNvPr id="7" name="Title 1"/>
          <p:cNvSpPr>
            <a:spLocks noGrp="1"/>
          </p:cNvSpPr>
          <p:nvPr>
            <p:ph type="title"/>
          </p:nvPr>
        </p:nvSpPr>
        <p:spPr>
          <a:xfrm>
            <a:off x="892556" y="393700"/>
            <a:ext cx="9914859" cy="914400"/>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4000" kern="1200">
                <a:solidFill>
                  <a:schemeClr val="accent2"/>
                </a:solidFill>
                <a:latin typeface="+mj-lt"/>
                <a:ea typeface="+mj-ea"/>
                <a:cs typeface="+mj-cs"/>
              </a:defRPr>
            </a:lvl1pPr>
          </a:lstStyle>
          <a:p>
            <a:r>
              <a:rPr lang="en-US" dirty="0"/>
              <a:t>Literature Review</a:t>
            </a:r>
          </a:p>
        </p:txBody>
      </p:sp>
    </p:spTree>
    <p:extLst>
      <p:ext uri="{BB962C8B-B14F-4D97-AF65-F5344CB8AC3E}">
        <p14:creationId xmlns:p14="http://schemas.microsoft.com/office/powerpoint/2010/main" val="115630801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AB583B9-B187-6495-3862-DFAC98D2D457}"/>
              </a:ext>
            </a:extLst>
          </p:cNvPr>
          <p:cNvSpPr>
            <a:spLocks noGrp="1"/>
          </p:cNvSpPr>
          <p:nvPr>
            <p:ph idx="1"/>
          </p:nvPr>
        </p:nvSpPr>
        <p:spPr>
          <a:xfrm>
            <a:off x="853440" y="177282"/>
            <a:ext cx="10500360" cy="5999681"/>
          </a:xfrm>
        </p:spPr>
        <p:txBody>
          <a:bodyPr/>
          <a:lstStyle/>
          <a:p>
            <a:pPr marL="0" indent="0">
              <a:lnSpc>
                <a:spcPct val="115000"/>
              </a:lnSpc>
              <a:spcAft>
                <a:spcPts val="1000"/>
              </a:spcAft>
              <a:buNone/>
            </a:pPr>
            <a:r>
              <a:rPr lang="en-US" u="sng"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 What is </a:t>
            </a:r>
            <a:r>
              <a:rPr lang="en-US" u="sng" dirty="0" smtClean="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Biometric  </a:t>
            </a:r>
            <a:r>
              <a:rPr lang="en-US" u="sng"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Times New Roman" panose="02020603050405020304" pitchFamily="18" charset="0"/>
                <a:ea typeface="Calibri" panose="020F0502020204030204" pitchFamily="34" charset="0"/>
              </a:rPr>
              <a:t>Biometric Identification Systems are widely used for unique identification of humans mainly for verification and identification. Biometrics is used as a form of identity access management and access control. So use of biometrics in student attendance management system is a secure approach. There are many types of biometric systems like fingerprint recognition, face recognition, voice recognition, iris recognition, palm recognition etc. In this project, we used fingerprint recognition system</a:t>
            </a:r>
          </a:p>
          <a:p>
            <a:pPr marL="0" indent="0" algn="just">
              <a:lnSpc>
                <a:spcPct val="115000"/>
              </a:lnSpc>
              <a:spcAft>
                <a:spcPts val="1000"/>
              </a:spcAft>
              <a:buNone/>
              <a:tabLst>
                <a:tab pos="5473700" algn="l"/>
              </a:tabLs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6" name="Slide Number Placeholder 5">
            <a:extLst>
              <a:ext uri="{FF2B5EF4-FFF2-40B4-BE49-F238E27FC236}">
                <a16:creationId xmlns:a16="http://schemas.microsoft.com/office/drawing/2014/main" xmlns="" id="{C75C6E33-3339-3F3F-A9ED-6B981620454A}"/>
              </a:ext>
            </a:extLst>
          </p:cNvPr>
          <p:cNvSpPr>
            <a:spLocks noGrp="1"/>
          </p:cNvSpPr>
          <p:nvPr>
            <p:ph type="sldNum" sz="quarter" idx="12"/>
          </p:nvPr>
        </p:nvSpPr>
        <p:spPr>
          <a:xfrm>
            <a:off x="11061700" y="6434524"/>
            <a:ext cx="1022713" cy="365125"/>
          </a:xfrm>
        </p:spPr>
        <p:txBody>
          <a:bodyPr/>
          <a:lstStyle/>
          <a:p>
            <a:fld id="{08AB70BE-1769-45B8-85A6-0C837432C7E6}" type="slidenum">
              <a:rPr lang="en-US" smtClean="0"/>
              <a:pPr/>
              <a:t>8</a:t>
            </a:fld>
            <a:r>
              <a:rPr lang="en-US" dirty="0" smtClean="0"/>
              <a:t>/24</a:t>
            </a:r>
            <a:endParaRPr lang="en-US" dirty="0"/>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4569" r="19035"/>
          <a:stretch/>
        </p:blipFill>
        <p:spPr>
          <a:xfrm>
            <a:off x="2311400" y="2717800"/>
            <a:ext cx="3822700" cy="3822700"/>
          </a:xfrm>
          <a:prstGeom prst="rect">
            <a:avLst/>
          </a:prstGeom>
        </p:spPr>
      </p:pic>
    </p:spTree>
    <p:extLst>
      <p:ext uri="{BB962C8B-B14F-4D97-AF65-F5344CB8AC3E}">
        <p14:creationId xmlns:p14="http://schemas.microsoft.com/office/powerpoint/2010/main" val="305962881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9140" y="863601"/>
            <a:ext cx="10500360" cy="2705100"/>
          </a:xfrm>
        </p:spPr>
        <p:txBody>
          <a:bodyPr/>
          <a:lstStyle/>
          <a:p>
            <a:r>
              <a:rPr lang="en-US" sz="1800" dirty="0" smtClean="0">
                <a:latin typeface="Times New Roman" pitchFamily="18" charset="0"/>
                <a:cs typeface="Times New Roman" pitchFamily="18" charset="0"/>
              </a:rPr>
              <a:t>This software specific to machine means different biometric machine has different software of particular company.</a:t>
            </a:r>
          </a:p>
          <a:p>
            <a:r>
              <a:rPr lang="en-US" sz="1800" dirty="0" smtClean="0">
                <a:latin typeface="Times New Roman" pitchFamily="18" charset="0"/>
                <a:cs typeface="Times New Roman" pitchFamily="18" charset="0"/>
              </a:rPr>
              <a:t>Here we are using RealTime T304F biometric machine for that system we use RealTime Tracker 11.7</a:t>
            </a:r>
          </a:p>
          <a:p>
            <a:r>
              <a:rPr lang="en-US" sz="1800" dirty="0" smtClean="0">
                <a:latin typeface="Times New Roman" pitchFamily="18" charset="0"/>
                <a:cs typeface="Times New Roman" pitchFamily="18" charset="0"/>
              </a:rPr>
              <a:t>Realtime software is use to download the data from biometric machine between two dates. Also for taking report of attendance</a:t>
            </a:r>
            <a:r>
              <a:rPr lang="en-US" dirty="0" smtClean="0"/>
              <a:t>.</a:t>
            </a:r>
            <a:endParaRPr lang="en-US" dirty="0"/>
          </a:p>
        </p:txBody>
      </p:sp>
      <p:sp>
        <p:nvSpPr>
          <p:cNvPr id="6" name="Slide Number Placeholder 5"/>
          <p:cNvSpPr>
            <a:spLocks noGrp="1"/>
          </p:cNvSpPr>
          <p:nvPr>
            <p:ph type="sldNum" sz="quarter" idx="12"/>
          </p:nvPr>
        </p:nvSpPr>
        <p:spPr>
          <a:xfrm>
            <a:off x="10896600" y="6434524"/>
            <a:ext cx="1187813" cy="365125"/>
          </a:xfrm>
        </p:spPr>
        <p:txBody>
          <a:bodyPr/>
          <a:lstStyle/>
          <a:p>
            <a:fld id="{08AB70BE-1769-45B8-85A6-0C837432C7E6}" type="slidenum">
              <a:rPr lang="en-US" smtClean="0"/>
              <a:pPr/>
              <a:t>9</a:t>
            </a:fld>
            <a:r>
              <a:rPr lang="en-US" dirty="0" smtClean="0"/>
              <a:t>/24</a:t>
            </a:r>
            <a:endParaRPr lang="en-US" dirty="0"/>
          </a:p>
        </p:txBody>
      </p:sp>
      <p:sp>
        <p:nvSpPr>
          <p:cNvPr id="8" name="TextBox 7"/>
          <p:cNvSpPr txBox="1"/>
          <p:nvPr/>
        </p:nvSpPr>
        <p:spPr>
          <a:xfrm>
            <a:off x="927100" y="279400"/>
            <a:ext cx="3594100" cy="400110"/>
          </a:xfrm>
          <a:prstGeom prst="rect">
            <a:avLst/>
          </a:prstGeom>
          <a:noFill/>
        </p:spPr>
        <p:txBody>
          <a:bodyPr wrap="square" rtlCol="0">
            <a:spAutoFit/>
          </a:bodyPr>
          <a:lstStyle/>
          <a:p>
            <a:r>
              <a:rPr lang="en-US" sz="2000" u="sng"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What is </a:t>
            </a:r>
            <a:r>
              <a:rPr lang="en-US" sz="2000" u="sng" dirty="0" smtClean="0">
                <a:solidFill>
                  <a:srgbClr val="00B050"/>
                </a:solidFill>
                <a:latin typeface="Times New Roman" panose="02020603050405020304" pitchFamily="18" charset="0"/>
                <a:ea typeface="Calibri" panose="020F0502020204030204" pitchFamily="34" charset="0"/>
                <a:cs typeface="Times New Roman" panose="02020603050405020304" pitchFamily="18" charset="0"/>
              </a:rPr>
              <a:t>RealTime Software  </a:t>
            </a:r>
            <a:r>
              <a:rPr lang="en-US" sz="2000" u="sng"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a:t>
            </a:r>
            <a:endParaRPr lang="en-US" sz="2000"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9100" y="2692400"/>
            <a:ext cx="5854700" cy="4051300"/>
          </a:xfrm>
          <a:prstGeom prst="rect">
            <a:avLst/>
          </a:prstGeom>
        </p:spPr>
      </p:pic>
    </p:spTree>
    <p:extLst>
      <p:ext uri="{BB962C8B-B14F-4D97-AF65-F5344CB8AC3E}">
        <p14:creationId xmlns:p14="http://schemas.microsoft.com/office/powerpoint/2010/main" val="367782693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5256" y="292100"/>
            <a:ext cx="9914859" cy="939800"/>
          </a:xfrm>
        </p:spPr>
        <p:txBody>
          <a:bodyPr/>
          <a:lstStyle/>
          <a:p>
            <a:r>
              <a:rPr lang="en-US" dirty="0"/>
              <a:t>Message Module</a:t>
            </a:r>
          </a:p>
        </p:txBody>
      </p:sp>
      <p:sp>
        <p:nvSpPr>
          <p:cNvPr id="3" name="Content Placeholder 2"/>
          <p:cNvSpPr>
            <a:spLocks noGrp="1"/>
          </p:cNvSpPr>
          <p:nvPr>
            <p:ph idx="1"/>
          </p:nvPr>
        </p:nvSpPr>
        <p:spPr>
          <a:xfrm>
            <a:off x="853440" y="1422401"/>
            <a:ext cx="10500360" cy="2946400"/>
          </a:xfrm>
        </p:spPr>
        <p:txBody>
          <a:bodyPr/>
          <a:lstStyle/>
          <a:p>
            <a:pPr algn="just"/>
            <a:r>
              <a:rPr lang="en-US" dirty="0">
                <a:latin typeface="Times New Roman" pitchFamily="18" charset="0"/>
                <a:cs typeface="Times New Roman" pitchFamily="18" charset="0"/>
              </a:rPr>
              <a:t>Vonage is an American cloud communications provider operating as a subsidiary provider operating as a subsidiary of Ericsson.</a:t>
            </a:r>
          </a:p>
          <a:p>
            <a:pPr algn="just"/>
            <a:r>
              <a:rPr lang="en-US" dirty="0">
                <a:latin typeface="Times New Roman" pitchFamily="18" charset="0"/>
                <a:cs typeface="Times New Roman" pitchFamily="18" charset="0"/>
              </a:rPr>
              <a:t>Vonage is leading VoIP and Ucaas services provider ,offering a realiable ,all-in-one solution for businesses of any size. With Vonage ,you can enjoy crystal-clear voice and video calls , instant messaging , and a host of advanced features, all integrated into one easy-to-use platform.</a:t>
            </a:r>
          </a:p>
          <a:p>
            <a:pPr algn="just"/>
            <a:r>
              <a:rPr lang="en-US" dirty="0">
                <a:latin typeface="Times New Roman" pitchFamily="18" charset="0"/>
                <a:cs typeface="Times New Roman" pitchFamily="18" charset="0"/>
              </a:rPr>
              <a:t>We can send 100+ messages /day and 10000+messages /month using Vonage Premium</a:t>
            </a:r>
          </a:p>
        </p:txBody>
      </p:sp>
      <p:sp>
        <p:nvSpPr>
          <p:cNvPr id="4" name="Footer Placeholder 3"/>
          <p:cNvSpPr>
            <a:spLocks noGrp="1"/>
          </p:cNvSpPr>
          <p:nvPr>
            <p:ph type="ftr" sz="quarter" idx="11"/>
          </p:nvPr>
        </p:nvSpPr>
        <p:spPr/>
        <p:txBody>
          <a:bodyPr/>
          <a:lstStyle/>
          <a:p>
            <a:r>
              <a:rPr lang="en-US" dirty="0" smtClean="0"/>
              <a:t>Sample Footer Text</a:t>
            </a:r>
            <a:endParaRPr lang="en-US" dirty="0"/>
          </a:p>
        </p:txBody>
      </p:sp>
      <p:sp>
        <p:nvSpPr>
          <p:cNvPr id="6" name="Slide Number Placeholder 5"/>
          <p:cNvSpPr>
            <a:spLocks noGrp="1"/>
          </p:cNvSpPr>
          <p:nvPr>
            <p:ph type="sldNum" sz="quarter" idx="12"/>
          </p:nvPr>
        </p:nvSpPr>
        <p:spPr>
          <a:xfrm>
            <a:off x="10820400" y="6434524"/>
            <a:ext cx="1264013" cy="365125"/>
          </a:xfrm>
        </p:spPr>
        <p:txBody>
          <a:bodyPr/>
          <a:lstStyle/>
          <a:p>
            <a:fld id="{08AB70BE-1769-45B8-85A6-0C837432C7E6}" type="slidenum">
              <a:rPr lang="en-US" smtClean="0"/>
              <a:pPr/>
              <a:t>10</a:t>
            </a:fld>
            <a:r>
              <a:rPr lang="en-US" dirty="0" smtClean="0"/>
              <a:t>/24</a:t>
            </a:r>
            <a:endParaRPr lang="en-US" dirty="0"/>
          </a:p>
        </p:txBody>
      </p:sp>
      <p:pic>
        <p:nvPicPr>
          <p:cNvPr id="1026" name="Picture 2" descr="Vonage alternatives and competitors in 20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675" y="4025899"/>
            <a:ext cx="4657725" cy="2684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291334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DB6A74-E0BF-BDD5-BA88-1160A2C4ACF8}"/>
              </a:ext>
            </a:extLst>
          </p:cNvPr>
          <p:cNvSpPr>
            <a:spLocks noGrp="1"/>
          </p:cNvSpPr>
          <p:nvPr>
            <p:ph type="title"/>
          </p:nvPr>
        </p:nvSpPr>
        <p:spPr/>
        <p:txBody>
          <a:bodyPr/>
          <a:lstStyle/>
          <a:p>
            <a:r>
              <a:rPr lang="en-IN" dirty="0"/>
              <a:t>Methodology</a:t>
            </a:r>
          </a:p>
        </p:txBody>
      </p:sp>
      <p:sp>
        <p:nvSpPr>
          <p:cNvPr id="6" name="Slide Number Placeholder 5">
            <a:extLst>
              <a:ext uri="{FF2B5EF4-FFF2-40B4-BE49-F238E27FC236}">
                <a16:creationId xmlns:a16="http://schemas.microsoft.com/office/drawing/2014/main" xmlns="" id="{5D5F3E62-371A-65AE-7811-2D5414458C2F}"/>
              </a:ext>
            </a:extLst>
          </p:cNvPr>
          <p:cNvSpPr>
            <a:spLocks noGrp="1"/>
          </p:cNvSpPr>
          <p:nvPr>
            <p:ph type="sldNum" sz="quarter" idx="12"/>
          </p:nvPr>
        </p:nvSpPr>
        <p:spPr>
          <a:xfrm>
            <a:off x="10985500" y="6434524"/>
            <a:ext cx="1098913" cy="365125"/>
          </a:xfrm>
        </p:spPr>
        <p:txBody>
          <a:bodyPr/>
          <a:lstStyle/>
          <a:p>
            <a:fld id="{08AB70BE-1769-45B8-85A6-0C837432C7E6}" type="slidenum">
              <a:rPr lang="en-US" smtClean="0"/>
              <a:pPr/>
              <a:t>11</a:t>
            </a:fld>
            <a:r>
              <a:rPr lang="en-US" dirty="0" smtClean="0"/>
              <a:t>/24</a:t>
            </a:r>
            <a:endParaRPr lang="en-US" dirty="0"/>
          </a:p>
        </p:txBody>
      </p:sp>
      <p:pic>
        <p:nvPicPr>
          <p:cNvPr id="11" name="Picture 2">
            <a:extLst>
              <a:ext uri="{FF2B5EF4-FFF2-40B4-BE49-F238E27FC236}">
                <a16:creationId xmlns:a16="http://schemas.microsoft.com/office/drawing/2014/main" xmlns="" id="{5838CC95-127D-1545-16A1-8DB6827906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505" r="47914" b="9698"/>
          <a:stretch>
            <a:fillRect/>
          </a:stretch>
        </p:blipFill>
        <p:spPr bwMode="auto">
          <a:xfrm>
            <a:off x="1800225" y="1306286"/>
            <a:ext cx="7600950" cy="549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1879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circle(in)">
                                      <p:cBhvr>
                                        <p:cTn id="12"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513D5D9-ED3A-0B1B-6CF4-2F16798A7CA9}"/>
              </a:ext>
            </a:extLst>
          </p:cNvPr>
          <p:cNvSpPr>
            <a:spLocks noGrp="1"/>
          </p:cNvSpPr>
          <p:nvPr>
            <p:ph idx="1"/>
          </p:nvPr>
        </p:nvSpPr>
        <p:spPr>
          <a:xfrm>
            <a:off x="391886" y="121299"/>
            <a:ext cx="4021494" cy="1287624"/>
          </a:xfrm>
        </p:spPr>
        <p:txBody>
          <a:bodyPr/>
          <a:lstStyle/>
          <a:p>
            <a:r>
              <a:rPr lang="en-IN" sz="3200" dirty="0">
                <a:solidFill>
                  <a:schemeClr val="accent5">
                    <a:lumMod val="75000"/>
                  </a:schemeClr>
                </a:solidFill>
                <a:highlight>
                  <a:srgbClr val="000080"/>
                </a:highlight>
              </a:rPr>
              <a:t>DFD Diagrams:-</a:t>
            </a:r>
          </a:p>
          <a:p>
            <a:pPr marL="0" indent="0">
              <a:buNone/>
            </a:pPr>
            <a:r>
              <a:rPr lang="en-IN" b="1" i="1" u="sng" dirty="0"/>
              <a:t>Level -0:-</a:t>
            </a:r>
          </a:p>
          <a:p>
            <a:endParaRPr lang="en-IN" b="1" i="1" u="sng" dirty="0"/>
          </a:p>
        </p:txBody>
      </p:sp>
      <p:sp>
        <p:nvSpPr>
          <p:cNvPr id="6" name="Slide Number Placeholder 5">
            <a:extLst>
              <a:ext uri="{FF2B5EF4-FFF2-40B4-BE49-F238E27FC236}">
                <a16:creationId xmlns:a16="http://schemas.microsoft.com/office/drawing/2014/main" xmlns="" id="{E973BE69-D541-CC8A-115A-83CA98DF986D}"/>
              </a:ext>
            </a:extLst>
          </p:cNvPr>
          <p:cNvSpPr>
            <a:spLocks noGrp="1"/>
          </p:cNvSpPr>
          <p:nvPr>
            <p:ph type="sldNum" sz="quarter" idx="12"/>
          </p:nvPr>
        </p:nvSpPr>
        <p:spPr>
          <a:xfrm>
            <a:off x="11023600" y="6434524"/>
            <a:ext cx="1060813" cy="365125"/>
          </a:xfrm>
        </p:spPr>
        <p:txBody>
          <a:bodyPr/>
          <a:lstStyle/>
          <a:p>
            <a:fld id="{08AB70BE-1769-45B8-85A6-0C837432C7E6}" type="slidenum">
              <a:rPr lang="en-US" smtClean="0"/>
              <a:pPr/>
              <a:t>12</a:t>
            </a:fld>
            <a:r>
              <a:rPr lang="en-US" dirty="0" smtClean="0"/>
              <a:t>/24</a:t>
            </a:r>
            <a:endParaRPr lang="en-US" dirty="0"/>
          </a:p>
        </p:txBody>
      </p:sp>
      <p:pic>
        <p:nvPicPr>
          <p:cNvPr id="2051" name="Picture 3">
            <a:extLst>
              <a:ext uri="{FF2B5EF4-FFF2-40B4-BE49-F238E27FC236}">
                <a16:creationId xmlns:a16="http://schemas.microsoft.com/office/drawing/2014/main" xmlns="" id="{414B3EE0-4675-5498-2319-61FC01179A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756" t="8859" r="5524" b="29263"/>
          <a:stretch>
            <a:fillRect/>
          </a:stretch>
        </p:blipFill>
        <p:spPr bwMode="auto">
          <a:xfrm>
            <a:off x="2093167" y="2108718"/>
            <a:ext cx="8005665" cy="3349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8423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051"/>
                                        </p:tgtEl>
                                        <p:attrNameLst>
                                          <p:attrName>style.visibility</p:attrName>
                                        </p:attrNameLst>
                                      </p:cBhvr>
                                      <p:to>
                                        <p:strVal val="visible"/>
                                      </p:to>
                                    </p:set>
                                    <p:animEffect transition="in" filter="circle(in)">
                                      <p:cBhvr>
                                        <p:cTn id="17" dur="20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60018EB-32F0-0B1A-3951-F5F462857BC1}"/>
              </a:ext>
            </a:extLst>
          </p:cNvPr>
          <p:cNvSpPr>
            <a:spLocks noGrp="1"/>
          </p:cNvSpPr>
          <p:nvPr>
            <p:ph idx="1"/>
          </p:nvPr>
        </p:nvSpPr>
        <p:spPr>
          <a:xfrm>
            <a:off x="914400" y="121298"/>
            <a:ext cx="1352939" cy="475861"/>
          </a:xfrm>
        </p:spPr>
        <p:txBody>
          <a:bodyPr>
            <a:normAutofit fontScale="85000" lnSpcReduction="10000"/>
          </a:bodyPr>
          <a:lstStyle/>
          <a:p>
            <a:r>
              <a:rPr lang="en-IN" b="1" i="1" u="sng" dirty="0"/>
              <a:t>Level-1:-</a:t>
            </a:r>
          </a:p>
        </p:txBody>
      </p:sp>
      <p:sp>
        <p:nvSpPr>
          <p:cNvPr id="6" name="Slide Number Placeholder 5">
            <a:extLst>
              <a:ext uri="{FF2B5EF4-FFF2-40B4-BE49-F238E27FC236}">
                <a16:creationId xmlns:a16="http://schemas.microsoft.com/office/drawing/2014/main" xmlns="" id="{25B7006E-2EA6-FEED-E0A0-B9A26E296FC6}"/>
              </a:ext>
            </a:extLst>
          </p:cNvPr>
          <p:cNvSpPr>
            <a:spLocks noGrp="1"/>
          </p:cNvSpPr>
          <p:nvPr>
            <p:ph type="sldNum" sz="quarter" idx="12"/>
          </p:nvPr>
        </p:nvSpPr>
        <p:spPr>
          <a:xfrm>
            <a:off x="11074400" y="6434524"/>
            <a:ext cx="1010013" cy="365125"/>
          </a:xfrm>
        </p:spPr>
        <p:txBody>
          <a:bodyPr/>
          <a:lstStyle/>
          <a:p>
            <a:fld id="{08AB70BE-1769-45B8-85A6-0C837432C7E6}" type="slidenum">
              <a:rPr lang="en-US" smtClean="0"/>
              <a:pPr/>
              <a:t>13</a:t>
            </a:fld>
            <a:r>
              <a:rPr lang="en-US" dirty="0" smtClean="0"/>
              <a:t>/24</a:t>
            </a:r>
            <a:endParaRPr lang="en-US" dirty="0"/>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2619" t="2926" r="1078" b="17317"/>
          <a:stretch/>
        </p:blipFill>
        <p:spPr>
          <a:xfrm>
            <a:off x="1638300" y="1054101"/>
            <a:ext cx="8305800" cy="4521199"/>
          </a:xfrm>
          <a:prstGeom prst="rect">
            <a:avLst/>
          </a:prstGeom>
        </p:spPr>
      </p:pic>
    </p:spTree>
    <p:extLst>
      <p:ext uri="{BB962C8B-B14F-4D97-AF65-F5344CB8AC3E}">
        <p14:creationId xmlns:p14="http://schemas.microsoft.com/office/powerpoint/2010/main" val="182469198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CC20D0-AE47-9E03-BCBF-A2A7545A7F47}"/>
              </a:ext>
            </a:extLst>
          </p:cNvPr>
          <p:cNvSpPr>
            <a:spLocks noGrp="1"/>
          </p:cNvSpPr>
          <p:nvPr>
            <p:ph idx="1"/>
          </p:nvPr>
        </p:nvSpPr>
        <p:spPr>
          <a:xfrm>
            <a:off x="0" y="55499"/>
            <a:ext cx="3228392" cy="522514"/>
          </a:xfrm>
        </p:spPr>
        <p:txBody>
          <a:bodyPr>
            <a:normAutofit lnSpcReduction="10000"/>
          </a:bodyPr>
          <a:lstStyle/>
          <a:p>
            <a:r>
              <a:rPr lang="en-IN" sz="2400" dirty="0">
                <a:solidFill>
                  <a:schemeClr val="accent5">
                    <a:lumMod val="75000"/>
                  </a:schemeClr>
                </a:solidFill>
                <a:highlight>
                  <a:srgbClr val="000080"/>
                </a:highlight>
              </a:rPr>
              <a:t>Use Case Diagram:-</a:t>
            </a:r>
          </a:p>
        </p:txBody>
      </p:sp>
      <p:sp>
        <p:nvSpPr>
          <p:cNvPr id="6" name="Slide Number Placeholder 5">
            <a:extLst>
              <a:ext uri="{FF2B5EF4-FFF2-40B4-BE49-F238E27FC236}">
                <a16:creationId xmlns:a16="http://schemas.microsoft.com/office/drawing/2014/main" xmlns="" id="{1F0A0A33-D122-1E8C-10BC-DB4AAD6196B8}"/>
              </a:ext>
            </a:extLst>
          </p:cNvPr>
          <p:cNvSpPr>
            <a:spLocks noGrp="1"/>
          </p:cNvSpPr>
          <p:nvPr>
            <p:ph type="sldNum" sz="quarter" idx="12"/>
          </p:nvPr>
        </p:nvSpPr>
        <p:spPr>
          <a:xfrm>
            <a:off x="11087100" y="6434524"/>
            <a:ext cx="997313" cy="365125"/>
          </a:xfrm>
        </p:spPr>
        <p:txBody>
          <a:bodyPr/>
          <a:lstStyle/>
          <a:p>
            <a:fld id="{08AB70BE-1769-45B8-85A6-0C837432C7E6}" type="slidenum">
              <a:rPr lang="en-US" smtClean="0"/>
              <a:pPr/>
              <a:t>14</a:t>
            </a:fld>
            <a:r>
              <a:rPr lang="en-US" dirty="0" smtClean="0"/>
              <a:t>/24</a:t>
            </a:r>
            <a:endParaRPr lang="en-US" dirty="0"/>
          </a:p>
        </p:txBody>
      </p:sp>
      <p:pic>
        <p:nvPicPr>
          <p:cNvPr id="4098" name="Picture 2">
            <a:extLst>
              <a:ext uri="{FF2B5EF4-FFF2-40B4-BE49-F238E27FC236}">
                <a16:creationId xmlns:a16="http://schemas.microsoft.com/office/drawing/2014/main" xmlns="" id="{80D181DA-C2D6-D0F9-6746-4475D3DCD2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5725"/>
          <a:stretch>
            <a:fillRect/>
          </a:stretch>
        </p:blipFill>
        <p:spPr bwMode="auto">
          <a:xfrm>
            <a:off x="2099388" y="965586"/>
            <a:ext cx="8416212" cy="546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4520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098"/>
                                        </p:tgtEl>
                                        <p:attrNameLst>
                                          <p:attrName>style.visibility</p:attrName>
                                        </p:attrNameLst>
                                      </p:cBhvr>
                                      <p:to>
                                        <p:strVal val="visible"/>
                                      </p:to>
                                    </p:set>
                                    <p:animEffect transition="in" filter="circle(in)">
                                      <p:cBhvr>
                                        <p:cTn id="12" dur="20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833464F-40A6-69C5-F6AB-97F5EBC4F1FF}"/>
              </a:ext>
            </a:extLst>
          </p:cNvPr>
          <p:cNvSpPr>
            <a:spLocks noGrp="1"/>
          </p:cNvSpPr>
          <p:nvPr>
            <p:ph idx="1"/>
          </p:nvPr>
        </p:nvSpPr>
        <p:spPr>
          <a:xfrm>
            <a:off x="279919" y="55499"/>
            <a:ext cx="9914860" cy="804866"/>
          </a:xfrm>
        </p:spPr>
        <p:txBody>
          <a:bodyPr>
            <a:normAutofit/>
          </a:bodyPr>
          <a:lstStyle/>
          <a:p>
            <a:r>
              <a:rPr lang="en-IN" sz="2800" dirty="0">
                <a:solidFill>
                  <a:schemeClr val="accent5">
                    <a:lumMod val="75000"/>
                  </a:schemeClr>
                </a:solidFill>
                <a:highlight>
                  <a:srgbClr val="000080"/>
                </a:highlight>
              </a:rPr>
              <a:t>ER Diagram:-</a:t>
            </a:r>
          </a:p>
        </p:txBody>
      </p:sp>
      <p:sp>
        <p:nvSpPr>
          <p:cNvPr id="6" name="Slide Number Placeholder 5">
            <a:extLst>
              <a:ext uri="{FF2B5EF4-FFF2-40B4-BE49-F238E27FC236}">
                <a16:creationId xmlns:a16="http://schemas.microsoft.com/office/drawing/2014/main" xmlns="" id="{D62BE4FA-6C3E-AB68-55C7-E650B5D2BAA8}"/>
              </a:ext>
            </a:extLst>
          </p:cNvPr>
          <p:cNvSpPr>
            <a:spLocks noGrp="1"/>
          </p:cNvSpPr>
          <p:nvPr>
            <p:ph type="sldNum" sz="quarter" idx="12"/>
          </p:nvPr>
        </p:nvSpPr>
        <p:spPr>
          <a:xfrm>
            <a:off x="10960100" y="6434524"/>
            <a:ext cx="1124313" cy="365125"/>
          </a:xfrm>
        </p:spPr>
        <p:txBody>
          <a:bodyPr/>
          <a:lstStyle/>
          <a:p>
            <a:fld id="{08AB70BE-1769-45B8-85A6-0C837432C7E6}" type="slidenum">
              <a:rPr lang="en-US" smtClean="0"/>
              <a:pPr/>
              <a:t>15</a:t>
            </a:fld>
            <a:r>
              <a:rPr lang="en-US" dirty="0" smtClean="0"/>
              <a:t>/24</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8572" y="1014075"/>
            <a:ext cx="9354856" cy="4829849"/>
          </a:xfrm>
          <a:prstGeom prst="rect">
            <a:avLst/>
          </a:prstGeom>
        </p:spPr>
      </p:pic>
    </p:spTree>
    <p:extLst>
      <p:ext uri="{BB962C8B-B14F-4D97-AF65-F5344CB8AC3E}">
        <p14:creationId xmlns:p14="http://schemas.microsoft.com/office/powerpoint/2010/main" val="265932964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80700" y="6492875"/>
            <a:ext cx="1162413" cy="365125"/>
          </a:xfrm>
        </p:spPr>
        <p:txBody>
          <a:bodyPr/>
          <a:lstStyle/>
          <a:p>
            <a:fld id="{08AB70BE-1769-45B8-85A6-0C837432C7E6}" type="slidenum">
              <a:rPr lang="en-US" smtClean="0"/>
              <a:pPr/>
              <a:t>16</a:t>
            </a:fld>
            <a:r>
              <a:rPr lang="en-US" dirty="0" smtClean="0"/>
              <a:t>/24</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460" y="763265"/>
            <a:ext cx="4334480" cy="4620270"/>
          </a:xfrm>
          <a:prstGeom prst="rect">
            <a:avLst/>
          </a:prstGeom>
        </p:spPr>
      </p:pic>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l="12907" t="2650" r="2871" b="3569"/>
          <a:stretch/>
        </p:blipFill>
        <p:spPr>
          <a:xfrm>
            <a:off x="5892801" y="609601"/>
            <a:ext cx="4902200" cy="5181600"/>
          </a:xfrm>
          <a:prstGeom prst="rect">
            <a:avLst/>
          </a:prstGeom>
        </p:spPr>
      </p:pic>
      <p:sp>
        <p:nvSpPr>
          <p:cNvPr id="9" name="TextBox 8"/>
          <p:cNvSpPr txBox="1"/>
          <p:nvPr/>
        </p:nvSpPr>
        <p:spPr>
          <a:xfrm>
            <a:off x="574440" y="190500"/>
            <a:ext cx="2486260" cy="738664"/>
          </a:xfrm>
          <a:prstGeom prst="rect">
            <a:avLst/>
          </a:prstGeom>
          <a:noFill/>
        </p:spPr>
        <p:txBody>
          <a:bodyPr wrap="square" rtlCol="0">
            <a:spAutoFit/>
          </a:bodyPr>
          <a:lstStyle/>
          <a:p>
            <a:pPr marL="342900" indent="-342900">
              <a:buFont typeface="Arial" pitchFamily="34" charset="0"/>
              <a:buChar char="•"/>
            </a:pPr>
            <a:r>
              <a:rPr lang="en-IN" sz="2400" dirty="0" smtClean="0">
                <a:solidFill>
                  <a:schemeClr val="accent5">
                    <a:lumMod val="75000"/>
                  </a:schemeClr>
                </a:solidFill>
                <a:highlight>
                  <a:srgbClr val="000080"/>
                </a:highlight>
              </a:rPr>
              <a:t>Output:-</a:t>
            </a:r>
            <a:endParaRPr lang="en-IN" sz="2400" dirty="0">
              <a:solidFill>
                <a:schemeClr val="accent5">
                  <a:lumMod val="75000"/>
                </a:schemeClr>
              </a:solidFill>
              <a:highlight>
                <a:srgbClr val="000080"/>
              </a:highlight>
            </a:endParaRPr>
          </a:p>
          <a:p>
            <a:endParaRPr lang="en-US" dirty="0"/>
          </a:p>
        </p:txBody>
      </p:sp>
    </p:spTree>
    <p:extLst>
      <p:ext uri="{BB962C8B-B14F-4D97-AF65-F5344CB8AC3E}">
        <p14:creationId xmlns:p14="http://schemas.microsoft.com/office/powerpoint/2010/main" val="55168421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42600" y="6434524"/>
            <a:ext cx="1441813" cy="365125"/>
          </a:xfrm>
        </p:spPr>
        <p:txBody>
          <a:bodyPr/>
          <a:lstStyle/>
          <a:p>
            <a:fld id="{08AB70BE-1769-45B8-85A6-0C837432C7E6}" type="slidenum">
              <a:rPr lang="en-US" smtClean="0"/>
              <a:pPr/>
              <a:t>17</a:t>
            </a:fld>
            <a:r>
              <a:rPr lang="en-US" dirty="0" smtClean="0"/>
              <a:t>/24</a:t>
            </a:r>
            <a:endParaRPr lang="en-US" dirty="0"/>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9838" y="412312"/>
            <a:ext cx="3086531" cy="2095792"/>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221" y="81979"/>
            <a:ext cx="6496957" cy="3048425"/>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5195" y="3581399"/>
            <a:ext cx="6516009" cy="2629267"/>
          </a:xfrm>
          <a:prstGeom prst="rect">
            <a:avLst/>
          </a:prstGeom>
        </p:spPr>
      </p:pic>
    </p:spTree>
    <p:extLst>
      <p:ext uri="{BB962C8B-B14F-4D97-AF65-F5344CB8AC3E}">
        <p14:creationId xmlns:p14="http://schemas.microsoft.com/office/powerpoint/2010/main" val="315799865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934700" y="6434524"/>
            <a:ext cx="1149713" cy="365125"/>
          </a:xfrm>
        </p:spPr>
        <p:txBody>
          <a:bodyPr/>
          <a:lstStyle/>
          <a:p>
            <a:fld id="{08AB70BE-1769-45B8-85A6-0C837432C7E6}" type="slidenum">
              <a:rPr lang="en-US" smtClean="0"/>
              <a:pPr/>
              <a:t>18</a:t>
            </a:fld>
            <a:r>
              <a:rPr lang="en-US" dirty="0" smtClean="0"/>
              <a:t>/24</a:t>
            </a:r>
            <a:endParaRPr lang="en-US" dirty="0"/>
          </a:p>
        </p:txBody>
      </p:sp>
      <p:pic>
        <p:nvPicPr>
          <p:cNvPr id="8" name="Content Placeholder 5">
            <a:extLst>
              <a:ext uri="{FF2B5EF4-FFF2-40B4-BE49-F238E27FC236}">
                <a16:creationId xmlns:lc="http://schemas.openxmlformats.org/drawingml/2006/lockedCanvas" xmlns:a16="http://schemas.microsoft.com/office/drawing/2014/main" xmlns="" id="{83560033-DC52-2E19-8679-A02456BA0C6F}"/>
              </a:ext>
            </a:extLst>
          </p:cNvPr>
          <p:cNvPicPr>
            <a:picLocks noGrp="1" noChangeAspect="1"/>
          </p:cNvPicPr>
          <p:nvPr/>
        </p:nvPicPr>
        <p:blipFill>
          <a:blip r:embed="rId2"/>
          <a:stretch>
            <a:fillRect/>
          </a:stretch>
        </p:blipFill>
        <p:spPr>
          <a:xfrm>
            <a:off x="922334" y="1274358"/>
            <a:ext cx="3616332" cy="3928285"/>
          </a:xfrm>
          <a:prstGeom prst="rect">
            <a:avLst/>
          </a:prstGeom>
        </p:spPr>
      </p:pic>
      <p:pic>
        <p:nvPicPr>
          <p:cNvPr id="9" name="Picture 8">
            <a:extLst>
              <a:ext uri="{FF2B5EF4-FFF2-40B4-BE49-F238E27FC236}">
                <a16:creationId xmlns:lc="http://schemas.openxmlformats.org/drawingml/2006/lockedCanvas" xmlns:a16="http://schemas.microsoft.com/office/drawing/2014/main" xmlns="" id="{5E4395E1-DF67-FF40-E01B-B72AA3177B2B}"/>
              </a:ext>
            </a:extLst>
          </p:cNvPr>
          <p:cNvPicPr>
            <a:picLocks noChangeAspect="1"/>
          </p:cNvPicPr>
          <p:nvPr/>
        </p:nvPicPr>
        <p:blipFill>
          <a:blip r:embed="rId3"/>
          <a:stretch>
            <a:fillRect/>
          </a:stretch>
        </p:blipFill>
        <p:spPr>
          <a:xfrm>
            <a:off x="4999034" y="1537430"/>
            <a:ext cx="3616332" cy="3652513"/>
          </a:xfrm>
          <a:prstGeom prst="rect">
            <a:avLst/>
          </a:prstGeom>
        </p:spPr>
      </p:pic>
    </p:spTree>
    <p:extLst>
      <p:ext uri="{BB962C8B-B14F-4D97-AF65-F5344CB8AC3E}">
        <p14:creationId xmlns:p14="http://schemas.microsoft.com/office/powerpoint/2010/main" val="93734511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1EF3AE-34C0-A4CC-96CC-CBF013B4A65D}"/>
              </a:ext>
            </a:extLst>
          </p:cNvPr>
          <p:cNvSpPr>
            <a:spLocks noGrp="1"/>
          </p:cNvSpPr>
          <p:nvPr>
            <p:ph type="title"/>
          </p:nvPr>
        </p:nvSpPr>
        <p:spPr>
          <a:xfrm>
            <a:off x="905256" y="55500"/>
            <a:ext cx="9914859" cy="1054844"/>
          </a:xfrm>
        </p:spPr>
        <p:txBody>
          <a:bodyPr/>
          <a:lstStyle/>
          <a:p>
            <a:r>
              <a:rPr lang="en-IN" dirty="0"/>
              <a:t>Resource Required</a:t>
            </a:r>
          </a:p>
        </p:txBody>
      </p:sp>
      <p:sp>
        <p:nvSpPr>
          <p:cNvPr id="3" name="Content Placeholder 2">
            <a:extLst>
              <a:ext uri="{FF2B5EF4-FFF2-40B4-BE49-F238E27FC236}">
                <a16:creationId xmlns:a16="http://schemas.microsoft.com/office/drawing/2014/main" xmlns="" id="{32E84A55-8BEF-F2C4-1493-8E67DA2FCA0A}"/>
              </a:ext>
            </a:extLst>
          </p:cNvPr>
          <p:cNvSpPr>
            <a:spLocks noGrp="1"/>
          </p:cNvSpPr>
          <p:nvPr>
            <p:ph idx="1"/>
          </p:nvPr>
        </p:nvSpPr>
        <p:spPr>
          <a:xfrm>
            <a:off x="261257" y="964422"/>
            <a:ext cx="10568003" cy="5482801"/>
          </a:xfrm>
        </p:spPr>
        <p:txBody>
          <a:bodyPr>
            <a:normAutofit fontScale="25000" lnSpcReduction="20000"/>
          </a:bodyPr>
          <a:lstStyle/>
          <a:p>
            <a:pPr>
              <a:lnSpc>
                <a:spcPct val="115000"/>
              </a:lnSpc>
              <a:spcAft>
                <a:spcPts val="1000"/>
              </a:spcAft>
              <a:tabLst>
                <a:tab pos="5473700" algn="l"/>
              </a:tabLst>
            </a:pPr>
            <a:r>
              <a:rPr lang="en-IN" sz="55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5500" b="1" u="sng" dirty="0">
                <a:effectLst/>
                <a:latin typeface="Times New Roman" panose="02020603050405020304" pitchFamily="18" charset="0"/>
                <a:ea typeface="Calibri" panose="020F0502020204030204" pitchFamily="34" charset="0"/>
                <a:cs typeface="Times New Roman" panose="02020603050405020304" pitchFamily="18" charset="0"/>
              </a:rPr>
              <a:t>Hardware Interface </a:t>
            </a:r>
            <a:endParaRPr lang="en-IN" sz="55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tabLst>
                <a:tab pos="5473700" algn="l"/>
              </a:tabLst>
            </a:pPr>
            <a:r>
              <a:rPr lang="en-US" sz="5500" dirty="0">
                <a:effectLst/>
                <a:latin typeface="Times New Roman" panose="02020603050405020304" pitchFamily="18" charset="0"/>
                <a:ea typeface="Calibri" panose="020F0502020204030204" pitchFamily="34" charset="0"/>
                <a:cs typeface="Times New Roman" panose="02020603050405020304" pitchFamily="18" charset="0"/>
              </a:rPr>
              <a:t>Device                  -        </a:t>
            </a:r>
            <a:r>
              <a:rPr lang="en-US" sz="5500" dirty="0" smtClean="0">
                <a:effectLst/>
                <a:latin typeface="Times New Roman" panose="02020603050405020304" pitchFamily="18" charset="0"/>
                <a:ea typeface="Calibri" panose="020F0502020204030204" pitchFamily="34" charset="0"/>
                <a:cs typeface="Times New Roman" panose="02020603050405020304" pitchFamily="18" charset="0"/>
              </a:rPr>
              <a:t>DELL</a:t>
            </a:r>
          </a:p>
          <a:p>
            <a:pPr>
              <a:lnSpc>
                <a:spcPct val="115000"/>
              </a:lnSpc>
              <a:spcAft>
                <a:spcPts val="1000"/>
              </a:spcAft>
              <a:tabLst>
                <a:tab pos="5473700" algn="l"/>
              </a:tabLst>
            </a:pPr>
            <a:r>
              <a:rPr lang="en-US" sz="5500" dirty="0" smtClean="0">
                <a:effectLst/>
                <a:latin typeface="Times New Roman" panose="02020603050405020304" pitchFamily="18" charset="0"/>
                <a:ea typeface="Calibri" panose="020F0502020204030204" pitchFamily="34" charset="0"/>
                <a:cs typeface="Times New Roman" panose="02020603050405020304" pitchFamily="18" charset="0"/>
              </a:rPr>
              <a:t>Processor               </a:t>
            </a:r>
            <a:r>
              <a:rPr lang="en-US" sz="5500" dirty="0">
                <a:effectLst/>
                <a:latin typeface="Times New Roman" panose="02020603050405020304" pitchFamily="18" charset="0"/>
                <a:ea typeface="Calibri" panose="020F0502020204030204" pitchFamily="34" charset="0"/>
                <a:cs typeface="Times New Roman" panose="02020603050405020304" pitchFamily="18" charset="0"/>
              </a:rPr>
              <a:t>-       Intel(R) Core(TM) i5-2540M CPU @ 2.60GHz   2.60 GHz</a:t>
            </a:r>
            <a:endParaRPr lang="en-IN" sz="55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tabLst>
                <a:tab pos="5473700" algn="l"/>
              </a:tabLst>
            </a:pPr>
            <a:r>
              <a:rPr lang="en-US" sz="5500" dirty="0">
                <a:effectLst/>
                <a:latin typeface="Times New Roman" panose="02020603050405020304" pitchFamily="18" charset="0"/>
                <a:ea typeface="Calibri" panose="020F0502020204030204" pitchFamily="34" charset="0"/>
                <a:cs typeface="Times New Roman" panose="02020603050405020304" pitchFamily="18" charset="0"/>
              </a:rPr>
              <a:t>Installed RAM        -      8 GB</a:t>
            </a:r>
            <a:endParaRPr lang="en-IN" sz="55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tabLst>
                <a:tab pos="5473700" algn="l"/>
              </a:tabLst>
            </a:pPr>
            <a:r>
              <a:rPr lang="en-US" sz="5500" dirty="0">
                <a:effectLst/>
                <a:latin typeface="Times New Roman" panose="02020603050405020304" pitchFamily="18" charset="0"/>
                <a:ea typeface="Calibri" panose="020F0502020204030204" pitchFamily="34" charset="0"/>
                <a:cs typeface="Times New Roman" panose="02020603050405020304" pitchFamily="18" charset="0"/>
              </a:rPr>
              <a:t>System Type           -     64 bit operating  system, x64 bit –based processor</a:t>
            </a:r>
            <a:endParaRPr lang="en-IN" sz="55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tabLst>
                <a:tab pos="5473700" algn="l"/>
              </a:tabLst>
            </a:pPr>
            <a:r>
              <a:rPr lang="en-US" sz="5500" dirty="0">
                <a:effectLst/>
                <a:latin typeface="Times New Roman" panose="02020603050405020304" pitchFamily="18" charset="0"/>
                <a:ea typeface="Calibri" panose="020F0502020204030204" pitchFamily="34" charset="0"/>
                <a:cs typeface="Times New Roman" panose="02020603050405020304" pitchFamily="18" charset="0"/>
              </a:rPr>
              <a:t>Windows Edition    -    Windows </a:t>
            </a:r>
            <a:r>
              <a:rPr lang="en-US" sz="5500" dirty="0" smtClean="0">
                <a:effectLst/>
                <a:latin typeface="Times New Roman" panose="02020603050405020304" pitchFamily="18" charset="0"/>
                <a:ea typeface="Calibri" panose="020F0502020204030204" pitchFamily="34" charset="0"/>
                <a:cs typeface="Times New Roman" panose="02020603050405020304" pitchFamily="18" charset="0"/>
              </a:rPr>
              <a:t>10</a:t>
            </a:r>
          </a:p>
          <a:p>
            <a:pPr>
              <a:lnSpc>
                <a:spcPct val="115000"/>
              </a:lnSpc>
              <a:spcAft>
                <a:spcPts val="1000"/>
              </a:spcAft>
              <a:tabLst>
                <a:tab pos="5473700" algn="l"/>
              </a:tabLst>
            </a:pPr>
            <a:r>
              <a:rPr lang="en-US" sz="5500" dirty="0" smtClean="0">
                <a:latin typeface="Times New Roman" panose="02020603050405020304" pitchFamily="18" charset="0"/>
                <a:ea typeface="Calibri" panose="020F0502020204030204" pitchFamily="34" charset="0"/>
                <a:cs typeface="Times New Roman" panose="02020603050405020304" pitchFamily="18" charset="0"/>
              </a:rPr>
              <a:t>Biometric Machine -   T304F</a:t>
            </a:r>
            <a:endParaRPr lang="en-IN" sz="55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tabLst>
                <a:tab pos="5473700" algn="l"/>
              </a:tabLst>
            </a:pPr>
            <a:r>
              <a:rPr lang="en-US" sz="5500" b="1" u="sng" dirty="0">
                <a:effectLst/>
                <a:latin typeface="Times New Roman" panose="02020603050405020304" pitchFamily="18" charset="0"/>
                <a:ea typeface="Calibri" panose="020F0502020204030204" pitchFamily="34" charset="0"/>
                <a:cs typeface="Times New Roman" panose="02020603050405020304" pitchFamily="18" charset="0"/>
              </a:rPr>
              <a:t>Software </a:t>
            </a:r>
            <a:r>
              <a:rPr lang="en-US" sz="5500" b="1" u="sng" dirty="0" smtClean="0">
                <a:effectLst/>
                <a:latin typeface="Times New Roman" panose="02020603050405020304" pitchFamily="18" charset="0"/>
                <a:ea typeface="Calibri" panose="020F0502020204030204" pitchFamily="34" charset="0"/>
                <a:cs typeface="Times New Roman" panose="02020603050405020304" pitchFamily="18" charset="0"/>
              </a:rPr>
              <a:t>Interface</a:t>
            </a:r>
          </a:p>
          <a:p>
            <a:pPr>
              <a:lnSpc>
                <a:spcPct val="115000"/>
              </a:lnSpc>
              <a:spcAft>
                <a:spcPts val="1000"/>
              </a:spcAft>
              <a:tabLst>
                <a:tab pos="5473700" algn="l"/>
              </a:tabLst>
            </a:pPr>
            <a:r>
              <a:rPr lang="en-US" sz="5500" dirty="0" smtClean="0">
                <a:latin typeface="Times New Roman" panose="02020603050405020304" pitchFamily="18" charset="0"/>
                <a:ea typeface="Calibri" panose="020F0502020204030204" pitchFamily="34" charset="0"/>
                <a:cs typeface="Times New Roman" panose="02020603050405020304" pitchFamily="18" charset="0"/>
              </a:rPr>
              <a:t>RealTime Attandance Tracker</a:t>
            </a:r>
            <a:endParaRPr lang="en-IN" sz="55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tabLst>
                <a:tab pos="5473700" algn="l"/>
              </a:tabLst>
            </a:pPr>
            <a:r>
              <a:rPr lang="en-US" sz="5500" dirty="0">
                <a:effectLst/>
                <a:latin typeface="Times New Roman" panose="02020603050405020304" pitchFamily="18" charset="0"/>
                <a:ea typeface="Calibri" panose="020F0502020204030204" pitchFamily="34" charset="0"/>
                <a:cs typeface="Times New Roman" panose="02020603050405020304" pitchFamily="18" charset="0"/>
              </a:rPr>
              <a:t>Frontend :- Designing GUI using Python</a:t>
            </a:r>
            <a:endParaRPr lang="en-IN" sz="55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tabLst>
                <a:tab pos="5473700" algn="l"/>
              </a:tabLst>
            </a:pPr>
            <a:r>
              <a:rPr lang="en-US" sz="5500" dirty="0">
                <a:effectLst/>
                <a:latin typeface="Times New Roman" panose="02020603050405020304" pitchFamily="18" charset="0"/>
                <a:ea typeface="Calibri" panose="020F0502020204030204" pitchFamily="34" charset="0"/>
                <a:cs typeface="Times New Roman" panose="02020603050405020304" pitchFamily="18" charset="0"/>
              </a:rPr>
              <a:t>Backend :- MySql Database</a:t>
            </a:r>
            <a:endParaRPr lang="en-IN" sz="55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6" name="Slide Number Placeholder 5">
            <a:extLst>
              <a:ext uri="{FF2B5EF4-FFF2-40B4-BE49-F238E27FC236}">
                <a16:creationId xmlns:a16="http://schemas.microsoft.com/office/drawing/2014/main" xmlns="" id="{0E10D73F-8269-CB74-E39E-8825903D575D}"/>
              </a:ext>
            </a:extLst>
          </p:cNvPr>
          <p:cNvSpPr>
            <a:spLocks noGrp="1"/>
          </p:cNvSpPr>
          <p:nvPr>
            <p:ph type="sldNum" sz="quarter" idx="12"/>
          </p:nvPr>
        </p:nvSpPr>
        <p:spPr>
          <a:xfrm>
            <a:off x="10985500" y="6434524"/>
            <a:ext cx="1098913" cy="365125"/>
          </a:xfrm>
        </p:spPr>
        <p:txBody>
          <a:bodyPr/>
          <a:lstStyle/>
          <a:p>
            <a:fld id="{08AB70BE-1769-45B8-85A6-0C837432C7E6}" type="slidenum">
              <a:rPr lang="en-US" smtClean="0"/>
              <a:pPr/>
              <a:t>19</a:t>
            </a:fld>
            <a:r>
              <a:rPr lang="en-US" dirty="0" smtClean="0"/>
              <a:t>/24</a:t>
            </a:r>
            <a:endParaRPr lang="en-US" dirty="0"/>
          </a:p>
        </p:txBody>
      </p:sp>
    </p:spTree>
    <p:extLst>
      <p:ext uri="{BB962C8B-B14F-4D97-AF65-F5344CB8AC3E}">
        <p14:creationId xmlns:p14="http://schemas.microsoft.com/office/powerpoint/2010/main" val="1813330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2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2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ircle(in)">
                                      <p:cBhvr>
                                        <p:cTn id="37" dur="20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ircle(in)">
                                      <p:cBhvr>
                                        <p:cTn id="42" dur="20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ircle(in)">
                                      <p:cBhvr>
                                        <p:cTn id="47" dur="20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circle(in)">
                                      <p:cBhvr>
                                        <p:cTn id="52" dur="20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circle(in)">
                                      <p:cBhvr>
                                        <p:cTn id="57" dur="20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6" presetClass="entr" presetSubtype="16" fill="hold" grpId="0"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circle(in)">
                                      <p:cBhvr>
                                        <p:cTn id="62"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5256" y="257578"/>
            <a:ext cx="9914859" cy="1004552"/>
          </a:xfrm>
        </p:spPr>
        <p:txBody>
          <a:bodyPr/>
          <a:lstStyle/>
          <a:p>
            <a:r>
              <a:rPr lang="en-US" dirty="0" smtClean="0"/>
              <a:t>Future Scope</a:t>
            </a:r>
            <a:endParaRPr lang="en-US" dirty="0"/>
          </a:p>
        </p:txBody>
      </p:sp>
      <p:sp>
        <p:nvSpPr>
          <p:cNvPr id="3" name="Content Placeholder 2"/>
          <p:cNvSpPr>
            <a:spLocks noGrp="1"/>
          </p:cNvSpPr>
          <p:nvPr>
            <p:ph idx="1"/>
          </p:nvPr>
        </p:nvSpPr>
        <p:spPr>
          <a:xfrm>
            <a:off x="914400" y="1352282"/>
            <a:ext cx="9914860" cy="4690709"/>
          </a:xfrm>
        </p:spPr>
        <p:txBody>
          <a:bodyPr>
            <a:normAutofit/>
          </a:bodyPr>
          <a:lstStyle/>
          <a:p>
            <a:pPr algn="just">
              <a:buFont typeface="Wingdings" pitchFamily="2" charset="2"/>
              <a:buChar char="q"/>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We </a:t>
            </a:r>
            <a:r>
              <a:rPr lang="en-US" dirty="0">
                <a:latin typeface="Times New Roman" pitchFamily="18" charset="0"/>
                <a:cs typeface="Times New Roman" pitchFamily="18" charset="0"/>
              </a:rPr>
              <a:t>can also build this project by using cloud computing by means our data is stored on </a:t>
            </a:r>
            <a:r>
              <a:rPr lang="en-US" dirty="0" smtClean="0">
                <a:latin typeface="Times New Roman" pitchFamily="18" charset="0"/>
                <a:cs typeface="Times New Roman" pitchFamily="18" charset="0"/>
              </a:rPr>
              <a:t>cloud rather </a:t>
            </a:r>
            <a:r>
              <a:rPr lang="en-US" dirty="0">
                <a:latin typeface="Times New Roman" pitchFamily="18" charset="0"/>
                <a:cs typeface="Times New Roman" pitchFamily="18" charset="0"/>
              </a:rPr>
              <a:t>than store it manually and everyone should access it. And by using cloud computing </a:t>
            </a:r>
            <a:r>
              <a:rPr lang="en-US" dirty="0" smtClean="0">
                <a:latin typeface="Times New Roman" pitchFamily="18" charset="0"/>
                <a:cs typeface="Times New Roman" pitchFamily="18" charset="0"/>
              </a:rPr>
              <a:t>our storage </a:t>
            </a:r>
            <a:r>
              <a:rPr lang="en-US" dirty="0">
                <a:latin typeface="Times New Roman" pitchFamily="18" charset="0"/>
                <a:cs typeface="Times New Roman" pitchFamily="18" charset="0"/>
              </a:rPr>
              <a:t>is also saved. This project become more flexible by using cloud computing</a:t>
            </a:r>
            <a:r>
              <a:rPr lang="en-US" dirty="0" smtClean="0">
                <a:latin typeface="Times New Roman" pitchFamily="18" charset="0"/>
                <a:cs typeface="Times New Roman" pitchFamily="18" charset="0"/>
              </a:rPr>
              <a:t>.</a:t>
            </a:r>
          </a:p>
          <a:p>
            <a:pPr algn="just">
              <a:buFont typeface="Wingdings" pitchFamily="2" charset="2"/>
              <a:buChar char="q"/>
            </a:pPr>
            <a:r>
              <a:rPr lang="en-US" dirty="0" smtClean="0">
                <a:latin typeface="Times New Roman" pitchFamily="18" charset="0"/>
                <a:cs typeface="Times New Roman" pitchFamily="18" charset="0"/>
              </a:rPr>
              <a:t> On </a:t>
            </a:r>
            <a:r>
              <a:rPr lang="en-US" dirty="0">
                <a:latin typeface="Times New Roman" pitchFamily="18" charset="0"/>
                <a:cs typeface="Times New Roman" pitchFamily="18" charset="0"/>
              </a:rPr>
              <a:t>this level our project is perfectly work on 10-11 girls in hostel. We can make </a:t>
            </a:r>
            <a:r>
              <a:rPr lang="en-US" dirty="0" smtClean="0">
                <a:latin typeface="Times New Roman" pitchFamily="18" charset="0"/>
                <a:cs typeface="Times New Roman" pitchFamily="18" charset="0"/>
              </a:rPr>
              <a:t>several improvement </a:t>
            </a:r>
            <a:r>
              <a:rPr lang="en-US" dirty="0">
                <a:latin typeface="Times New Roman" pitchFamily="18" charset="0"/>
                <a:cs typeface="Times New Roman" pitchFamily="18" charset="0"/>
              </a:rPr>
              <a:t>in that project that it will be work properly on the data of 150-170 girls. And </a:t>
            </a:r>
            <a:r>
              <a:rPr lang="en-US" dirty="0" smtClean="0">
                <a:latin typeface="Times New Roman" pitchFamily="18" charset="0"/>
                <a:cs typeface="Times New Roman" pitchFamily="18" charset="0"/>
              </a:rPr>
              <a:t>we can </a:t>
            </a:r>
            <a:r>
              <a:rPr lang="en-US" dirty="0">
                <a:latin typeface="Times New Roman" pitchFamily="18" charset="0"/>
                <a:cs typeface="Times New Roman" pitchFamily="18" charset="0"/>
              </a:rPr>
              <a:t>also we it for the purpose of boy’s hostel.</a:t>
            </a:r>
          </a:p>
          <a:p>
            <a:pPr algn="just">
              <a:buFont typeface="Wingdings" pitchFamily="2" charset="2"/>
              <a:buChar char="q"/>
            </a:pPr>
            <a:r>
              <a:rPr lang="en-US" dirty="0" smtClean="0">
                <a:latin typeface="Times New Roman" pitchFamily="18" charset="0"/>
                <a:cs typeface="Times New Roman" pitchFamily="18" charset="0"/>
              </a:rPr>
              <a:t> In </a:t>
            </a:r>
            <a:r>
              <a:rPr lang="en-US" dirty="0">
                <a:latin typeface="Times New Roman" pitchFamily="18" charset="0"/>
                <a:cs typeface="Times New Roman" pitchFamily="18" charset="0"/>
              </a:rPr>
              <a:t>this project we also add the module of location by this we can track the location </a:t>
            </a:r>
            <a:r>
              <a:rPr lang="en-US" dirty="0" smtClean="0">
                <a:latin typeface="Times New Roman" pitchFamily="18" charset="0"/>
                <a:cs typeface="Times New Roman" pitchFamily="18" charset="0"/>
              </a:rPr>
              <a:t>of registered </a:t>
            </a:r>
            <a:r>
              <a:rPr lang="en-US" dirty="0">
                <a:latin typeface="Times New Roman" pitchFamily="18" charset="0"/>
                <a:cs typeface="Times New Roman" pitchFamily="18" charset="0"/>
              </a:rPr>
              <a:t>mobile number and if the location is out of city of college the we will inform </a:t>
            </a:r>
            <a:r>
              <a:rPr lang="en-US" dirty="0" smtClean="0">
                <a:latin typeface="Times New Roman" pitchFamily="18" charset="0"/>
                <a:cs typeface="Times New Roman" pitchFamily="18" charset="0"/>
              </a:rPr>
              <a:t>their parents </a:t>
            </a:r>
            <a:r>
              <a:rPr lang="en-US" dirty="0">
                <a:latin typeface="Times New Roman" pitchFamily="18" charset="0"/>
                <a:cs typeface="Times New Roman" pitchFamily="18" charset="0"/>
              </a:rPr>
              <a:t>about their current location. So that the parents have no need to worry much about </a:t>
            </a:r>
            <a:r>
              <a:rPr lang="en-US" dirty="0" smtClean="0">
                <a:latin typeface="Times New Roman" pitchFamily="18" charset="0"/>
                <a:cs typeface="Times New Roman" pitchFamily="18" charset="0"/>
              </a:rPr>
              <a:t>their children</a:t>
            </a:r>
            <a:r>
              <a:rPr lang="en-US" dirty="0">
                <a:latin typeface="Times New Roman" pitchFamily="18" charset="0"/>
                <a:cs typeface="Times New Roman" pitchFamily="18" charset="0"/>
              </a:rPr>
              <a:t>.</a:t>
            </a:r>
          </a:p>
        </p:txBody>
      </p:sp>
      <p:sp>
        <p:nvSpPr>
          <p:cNvPr id="4" name="Footer Placeholder 3"/>
          <p:cNvSpPr>
            <a:spLocks noGrp="1"/>
          </p:cNvSpPr>
          <p:nvPr>
            <p:ph type="ftr" sz="quarter" idx="11"/>
          </p:nvPr>
        </p:nvSpPr>
        <p:spPr/>
        <p:txBody>
          <a:bodyPr/>
          <a:lstStyle/>
          <a:p>
            <a:r>
              <a:rPr lang="en-US" dirty="0" smtClean="0"/>
              <a:t>Sample Footer Text</a:t>
            </a:r>
            <a:endParaRPr lang="en-US" dirty="0"/>
          </a:p>
        </p:txBody>
      </p:sp>
      <p:sp>
        <p:nvSpPr>
          <p:cNvPr id="6" name="Slide Number Placeholder 5"/>
          <p:cNvSpPr>
            <a:spLocks noGrp="1"/>
          </p:cNvSpPr>
          <p:nvPr>
            <p:ph type="sldNum" sz="quarter" idx="12"/>
          </p:nvPr>
        </p:nvSpPr>
        <p:spPr>
          <a:xfrm>
            <a:off x="10934164" y="6434524"/>
            <a:ext cx="1150250" cy="365125"/>
          </a:xfrm>
        </p:spPr>
        <p:txBody>
          <a:bodyPr/>
          <a:lstStyle/>
          <a:p>
            <a:fld id="{08AB70BE-1769-45B8-85A6-0C837432C7E6}" type="slidenum">
              <a:rPr lang="en-US" smtClean="0"/>
              <a:pPr/>
              <a:t>20</a:t>
            </a:fld>
            <a:r>
              <a:rPr lang="en-US" dirty="0" smtClean="0"/>
              <a:t>/24</a:t>
            </a:r>
            <a:endParaRPr lang="en-US" dirty="0"/>
          </a:p>
        </p:txBody>
      </p:sp>
    </p:spTree>
    <p:extLst>
      <p:ext uri="{BB962C8B-B14F-4D97-AF65-F5344CB8AC3E}">
        <p14:creationId xmlns:p14="http://schemas.microsoft.com/office/powerpoint/2010/main" val="389122165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7ED329-83B6-9723-77AB-C6A6701729BE}"/>
              </a:ext>
            </a:extLst>
          </p:cNvPr>
          <p:cNvSpPr>
            <a:spLocks noGrp="1"/>
          </p:cNvSpPr>
          <p:nvPr>
            <p:ph type="title"/>
          </p:nvPr>
        </p:nvSpPr>
        <p:spPr>
          <a:xfrm>
            <a:off x="905256" y="149290"/>
            <a:ext cx="9914859" cy="1627770"/>
          </a:xfrm>
        </p:spPr>
        <p:txBody>
          <a:bodyPr/>
          <a:lstStyle/>
          <a:p>
            <a:r>
              <a:rPr lang="en-IN" dirty="0"/>
              <a:t>Conclusion</a:t>
            </a:r>
          </a:p>
        </p:txBody>
      </p:sp>
      <p:sp>
        <p:nvSpPr>
          <p:cNvPr id="3" name="Content Placeholder 2">
            <a:extLst>
              <a:ext uri="{FF2B5EF4-FFF2-40B4-BE49-F238E27FC236}">
                <a16:creationId xmlns:a16="http://schemas.microsoft.com/office/drawing/2014/main" xmlns="" id="{ABF98806-D236-EA59-1E07-2E30E71A3FBA}"/>
              </a:ext>
            </a:extLst>
          </p:cNvPr>
          <p:cNvSpPr>
            <a:spLocks noGrp="1"/>
          </p:cNvSpPr>
          <p:nvPr>
            <p:ph idx="1"/>
          </p:nvPr>
        </p:nvSpPr>
        <p:spPr>
          <a:xfrm>
            <a:off x="587829" y="1548882"/>
            <a:ext cx="10241431" cy="4885641"/>
          </a:xfrm>
        </p:spPr>
        <p:txBody>
          <a:bodyPr>
            <a:normAutofit fontScale="92500" lnSpcReduction="20000"/>
          </a:bodyPr>
          <a:lstStyle/>
          <a:p>
            <a:pPr>
              <a:lnSpc>
                <a:spcPct val="115000"/>
              </a:lnSpc>
              <a:spcAft>
                <a:spcPts val="1000"/>
              </a:spcAft>
              <a:buFont typeface="Wingdings" pitchFamily="2" charset="2"/>
              <a:buChar char="Ø"/>
              <a:tabLst>
                <a:tab pos="54737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From this attendance project, we learn</a:t>
            </a:r>
            <a:r>
              <a:rPr lang="en-US" sz="1800" dirty="0" smtClean="0">
                <a:latin typeface="Calibri" panose="020F0502020204030204" pitchFamily="34" charset="0"/>
                <a:ea typeface="Calibri" panose="020F0502020204030204" pitchFamily="34" charset="0"/>
                <a:cs typeface="Times New Roman" panose="02020603050405020304" pitchFamily="18" charset="0"/>
              </a:rPr>
              <a:t>:</a:t>
            </a:r>
          </a:p>
          <a:p>
            <a:pPr>
              <a:lnSpc>
                <a:spcPct val="115000"/>
              </a:lnSpc>
              <a:spcAft>
                <a:spcPts val="1000"/>
              </a:spcAft>
              <a:buFont typeface="Wingdings" pitchFamily="2" charset="2"/>
              <a:buChar char="Ø"/>
              <a:tabLst>
                <a:tab pos="5473700" algn="l"/>
              </a:tabLst>
            </a:pPr>
            <a:r>
              <a:rPr lang="en-US" sz="1800" dirty="0" smtClean="0">
                <a:latin typeface="Calibri" panose="020F0502020204030204" pitchFamily="34" charset="0"/>
                <a:ea typeface="Calibri" panose="020F0502020204030204" pitchFamily="34" charset="0"/>
                <a:cs typeface="Times New Roman" panose="02020603050405020304" pitchFamily="18" charset="0"/>
              </a:rPr>
              <a:t> The </a:t>
            </a:r>
            <a:r>
              <a:rPr lang="en-US" sz="1800" dirty="0">
                <a:latin typeface="Calibri" panose="020F0502020204030204" pitchFamily="34" charset="0"/>
                <a:ea typeface="Calibri" panose="020F0502020204030204" pitchFamily="34" charset="0"/>
                <a:cs typeface="Times New Roman" panose="02020603050405020304" pitchFamily="18" charset="0"/>
              </a:rPr>
              <a:t>importance of leveraging technology to enhance safety and efficiency in communal living environments</a:t>
            </a:r>
            <a:r>
              <a:rPr lang="en-US" sz="1800" dirty="0" smtClean="0">
                <a:latin typeface="Calibri" panose="020F0502020204030204" pitchFamily="34" charset="0"/>
                <a:ea typeface="Calibri" panose="020F0502020204030204" pitchFamily="34" charset="0"/>
                <a:cs typeface="Times New Roman" panose="02020603050405020304" pitchFamily="18" charset="0"/>
              </a:rPr>
              <a:t>.</a:t>
            </a:r>
          </a:p>
          <a:p>
            <a:pPr>
              <a:lnSpc>
                <a:spcPct val="115000"/>
              </a:lnSpc>
              <a:spcAft>
                <a:spcPts val="1000"/>
              </a:spcAft>
              <a:buFont typeface="Wingdings" pitchFamily="2" charset="2"/>
              <a:buChar char="Ø"/>
              <a:tabLst>
                <a:tab pos="5473700" algn="l"/>
              </a:tabLst>
            </a:pPr>
            <a:r>
              <a:rPr lang="en-US" sz="1800" dirty="0">
                <a:latin typeface="Calibri" pitchFamily="34" charset="0"/>
                <a:ea typeface="Calibri" pitchFamily="34" charset="0"/>
                <a:cs typeface="Calibri" pitchFamily="34" charset="0"/>
              </a:rPr>
              <a:t>This proposal will reduce manpower, and investment of the management. By this system we can easily approach and pass the information to the </a:t>
            </a:r>
            <a:r>
              <a:rPr lang="en-US" sz="1800" dirty="0" smtClean="0">
                <a:latin typeface="Calibri" pitchFamily="34" charset="0"/>
                <a:ea typeface="Calibri" pitchFamily="34" charset="0"/>
                <a:cs typeface="Calibri" pitchFamily="34" charset="0"/>
              </a:rPr>
              <a:t>parents</a:t>
            </a:r>
          </a:p>
          <a:p>
            <a:pPr>
              <a:lnSpc>
                <a:spcPct val="115000"/>
              </a:lnSpc>
              <a:spcAft>
                <a:spcPts val="1000"/>
              </a:spcAft>
              <a:buFont typeface="Wingdings" pitchFamily="2" charset="2"/>
              <a:buChar char="Ø"/>
              <a:tabLst>
                <a:tab pos="5473700" algn="l"/>
              </a:tabLst>
            </a:pPr>
            <a:r>
              <a:rPr lang="en-US" sz="1800" dirty="0" smtClean="0">
                <a:latin typeface="Calibri" panose="020F0502020204030204" pitchFamily="34" charset="0"/>
                <a:ea typeface="Calibri" panose="020F0502020204030204" pitchFamily="34" charset="0"/>
                <a:cs typeface="Times New Roman" panose="02020603050405020304" pitchFamily="18" charset="0"/>
              </a:rPr>
              <a:t> </a:t>
            </a:r>
            <a:r>
              <a:rPr lang="en-US" sz="1800" dirty="0">
                <a:latin typeface="Calibri" panose="020F0502020204030204" pitchFamily="34" charset="0"/>
                <a:ea typeface="Calibri" panose="020F0502020204030204" pitchFamily="34" charset="0"/>
                <a:cs typeface="Times New Roman" panose="02020603050405020304" pitchFamily="18" charset="0"/>
              </a:rPr>
              <a:t>The value of proactive measures, such as instant alerts for missing individuals, in ensuring the well-being of residents</a:t>
            </a:r>
            <a:r>
              <a:rPr lang="en-US" sz="1800" dirty="0" smtClean="0">
                <a:latin typeface="Calibri" panose="020F0502020204030204" pitchFamily="34" charset="0"/>
                <a:ea typeface="Calibri" panose="020F0502020204030204" pitchFamily="34" charset="0"/>
                <a:cs typeface="Times New Roman" panose="02020603050405020304" pitchFamily="18" charset="0"/>
              </a:rPr>
              <a:t>.</a:t>
            </a:r>
          </a:p>
          <a:p>
            <a:pPr>
              <a:lnSpc>
                <a:spcPct val="115000"/>
              </a:lnSpc>
              <a:spcAft>
                <a:spcPts val="1000"/>
              </a:spcAft>
              <a:buFont typeface="Wingdings" pitchFamily="2" charset="2"/>
              <a:buChar char="Ø"/>
              <a:tabLst>
                <a:tab pos="54737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The potential for software solutions to make a tangible difference in improving the hostel experience for both administrators and residents</a:t>
            </a:r>
            <a:r>
              <a:rPr lang="en-US" sz="1800" dirty="0" smtClean="0">
                <a:latin typeface="Calibri" panose="020F0502020204030204" pitchFamily="34" charset="0"/>
                <a:ea typeface="Calibri" panose="020F0502020204030204" pitchFamily="34" charset="0"/>
                <a:cs typeface="Times New Roman" panose="02020603050405020304" pitchFamily="18" charset="0"/>
              </a:rPr>
              <a:t>.</a:t>
            </a:r>
          </a:p>
          <a:p>
            <a:pPr>
              <a:lnSpc>
                <a:spcPct val="115000"/>
              </a:lnSpc>
              <a:spcAft>
                <a:spcPts val="1000"/>
              </a:spcAft>
              <a:buFont typeface="Wingdings" pitchFamily="2" charset="2"/>
              <a:buChar char="Ø"/>
              <a:tabLst>
                <a:tab pos="54737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The significance of user-friendly interfaces and comprehensive reporting capabilities in streamlining administrative tasks and promoting accountability.</a:t>
            </a:r>
            <a:endParaRPr lang="en-US" sz="18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buFont typeface="Wingdings" pitchFamily="2" charset="2"/>
              <a:buChar char="Ø"/>
              <a:tabLst>
                <a:tab pos="5473700" algn="l"/>
              </a:tabLst>
            </a:pPr>
            <a:r>
              <a:rPr lang="en-US" sz="1800" dirty="0" smtClean="0">
                <a:effectLst/>
                <a:latin typeface="Times New Roman" panose="02020603050405020304" pitchFamily="18" charset="0"/>
                <a:ea typeface="Calibri" panose="020F0502020204030204" pitchFamily="34" charset="0"/>
                <a:cs typeface="Times New Roman" panose="02020603050405020304" pitchFamily="18" charset="0"/>
              </a:rPr>
              <a:t>Biometric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technology may be a reliable tool for authentication. </a:t>
            </a:r>
            <a:endParaRPr lang="en-US" sz="18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5000"/>
              </a:lnSpc>
              <a:spcAft>
                <a:spcPts val="1000"/>
              </a:spcAft>
              <a:buNone/>
              <a:tabLst>
                <a:tab pos="5473700" algn="l"/>
              </a:tabLst>
            </a:pPr>
            <a:r>
              <a:rPr lang="en-US" sz="1800" dirty="0" smtClean="0">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xmlns="" id="{242EE274-DA1B-45D9-521A-2B8FD6428D9B}"/>
              </a:ext>
            </a:extLst>
          </p:cNvPr>
          <p:cNvSpPr>
            <a:spLocks noGrp="1"/>
          </p:cNvSpPr>
          <p:nvPr>
            <p:ph type="sldNum" sz="quarter" idx="12"/>
          </p:nvPr>
        </p:nvSpPr>
        <p:spPr>
          <a:xfrm>
            <a:off x="10998200" y="6434524"/>
            <a:ext cx="1086213" cy="365125"/>
          </a:xfrm>
        </p:spPr>
        <p:txBody>
          <a:bodyPr/>
          <a:lstStyle/>
          <a:p>
            <a:fld id="{08AB70BE-1769-45B8-85A6-0C837432C7E6}" type="slidenum">
              <a:rPr lang="en-US" smtClean="0"/>
              <a:pPr/>
              <a:t>21</a:t>
            </a:fld>
            <a:r>
              <a:rPr lang="en-US" dirty="0" smtClean="0"/>
              <a:t>/24</a:t>
            </a:r>
            <a:endParaRPr lang="en-US" dirty="0"/>
          </a:p>
        </p:txBody>
      </p:sp>
    </p:spTree>
    <p:extLst>
      <p:ext uri="{BB962C8B-B14F-4D97-AF65-F5344CB8AC3E}">
        <p14:creationId xmlns:p14="http://schemas.microsoft.com/office/powerpoint/2010/main" val="939065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2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2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ircle(in)">
                                      <p:cBhvr>
                                        <p:cTn id="37" dur="20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circle(in)">
                                      <p:cBhvr>
                                        <p:cTn id="42" dur="20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circle(in)">
                                      <p:cBhvr>
                                        <p:cTn id="4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23B6DD-F28F-C29D-897D-737A433FAD8E}"/>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xmlns="" id="{219C1B7B-9D62-CFD3-D2E6-04A600D7DFF5}"/>
              </a:ext>
            </a:extLst>
          </p:cNvPr>
          <p:cNvSpPr>
            <a:spLocks noGrp="1"/>
          </p:cNvSpPr>
          <p:nvPr>
            <p:ph idx="1"/>
          </p:nvPr>
        </p:nvSpPr>
        <p:spPr>
          <a:xfrm>
            <a:off x="615820" y="1701541"/>
            <a:ext cx="10670924" cy="4842588"/>
          </a:xfrm>
        </p:spPr>
        <p:txBody>
          <a:bodyPr/>
          <a:lstStyle/>
          <a:p>
            <a:pPr algn="just">
              <a:lnSpc>
                <a:spcPct val="115000"/>
              </a:lnSpc>
              <a:spcAft>
                <a:spcPts val="1000"/>
              </a:spcAft>
              <a:tabLst>
                <a:tab pos="5473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Barbadekar Ashwini, “Performance Analysis of Fingerprint Sensors”, Vishwakarma Institute of Technology, Pune, 2010.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tabLst>
                <a:tab pos="5473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Mohamed Basheer K P, Raghu C V, “Fingerprint Attendance System for classroom needs”, NIT Calicut, Kerala, 2012.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tabLst>
                <a:tab pos="5473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Murizah Kassim, Hasbullah Mazlan, Norliza Zaini, Muhammad Khidhir Salleh “Web-based Student Attendance System using RFID</a:t>
            </a:r>
            <a:r>
              <a:rPr lang="en-IN"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Technology” 2012 IEEE.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xmlns="" id="{ABBC3A82-9DE9-DF27-F8C8-7BA184CAA9A3}"/>
              </a:ext>
            </a:extLst>
          </p:cNvPr>
          <p:cNvSpPr>
            <a:spLocks noGrp="1"/>
          </p:cNvSpPr>
          <p:nvPr>
            <p:ph type="sldNum" sz="quarter" idx="12"/>
          </p:nvPr>
        </p:nvSpPr>
        <p:spPr>
          <a:xfrm>
            <a:off x="10947400" y="6434524"/>
            <a:ext cx="1137013" cy="365125"/>
          </a:xfrm>
        </p:spPr>
        <p:txBody>
          <a:bodyPr/>
          <a:lstStyle/>
          <a:p>
            <a:fld id="{08AB70BE-1769-45B8-85A6-0C837432C7E6}" type="slidenum">
              <a:rPr lang="en-US" smtClean="0"/>
              <a:pPr/>
              <a:t>22</a:t>
            </a:fld>
            <a:r>
              <a:rPr lang="en-US" dirty="0" smtClean="0"/>
              <a:t>/24</a:t>
            </a:r>
            <a:endParaRPr lang="en-US" dirty="0"/>
          </a:p>
        </p:txBody>
      </p:sp>
    </p:spTree>
    <p:extLst>
      <p:ext uri="{BB962C8B-B14F-4D97-AF65-F5344CB8AC3E}">
        <p14:creationId xmlns:p14="http://schemas.microsoft.com/office/powerpoint/2010/main" val="1080492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Ask Questions :</a:t>
            </a:r>
            <a:endParaRPr lang="en-US" dirty="0"/>
          </a:p>
        </p:txBody>
      </p:sp>
      <p:sp>
        <p:nvSpPr>
          <p:cNvPr id="3" name="Content Placeholder 2"/>
          <p:cNvSpPr>
            <a:spLocks noGrp="1"/>
          </p:cNvSpPr>
          <p:nvPr>
            <p:ph idx="1"/>
          </p:nvPr>
        </p:nvSpPr>
        <p:spPr/>
        <p:txBody>
          <a:bodyPr/>
          <a:lstStyle/>
          <a:p>
            <a:pPr marL="0" indent="0">
              <a:buNone/>
            </a:pPr>
            <a:r>
              <a:rPr lang="en-US" b="1" dirty="0" smtClean="0"/>
              <a:t>Q/A</a:t>
            </a:r>
            <a:endParaRPr lang="en-US" b="1" dirty="0"/>
          </a:p>
        </p:txBody>
      </p:sp>
      <p:sp>
        <p:nvSpPr>
          <p:cNvPr id="4" name="Footer Placeholder 3"/>
          <p:cNvSpPr>
            <a:spLocks noGrp="1"/>
          </p:cNvSpPr>
          <p:nvPr>
            <p:ph type="ftr" sz="quarter" idx="11"/>
          </p:nvPr>
        </p:nvSpPr>
        <p:spPr/>
        <p:txBody>
          <a:bodyPr/>
          <a:lstStyle/>
          <a:p>
            <a:r>
              <a:rPr lang="en-US" dirty="0" smtClean="0"/>
              <a:t>Sample Footer Text</a:t>
            </a:r>
            <a:endParaRPr lang="en-US" dirty="0"/>
          </a:p>
        </p:txBody>
      </p:sp>
      <p:sp>
        <p:nvSpPr>
          <p:cNvPr id="6" name="Slide Number Placeholder 5"/>
          <p:cNvSpPr>
            <a:spLocks noGrp="1"/>
          </p:cNvSpPr>
          <p:nvPr>
            <p:ph type="sldNum" sz="quarter" idx="12"/>
          </p:nvPr>
        </p:nvSpPr>
        <p:spPr>
          <a:xfrm>
            <a:off x="10934164" y="6434524"/>
            <a:ext cx="1150250" cy="365125"/>
          </a:xfrm>
        </p:spPr>
        <p:txBody>
          <a:bodyPr/>
          <a:lstStyle/>
          <a:p>
            <a:fld id="{08AB70BE-1769-45B8-85A6-0C837432C7E6}" type="slidenum">
              <a:rPr lang="en-US" smtClean="0"/>
              <a:pPr/>
              <a:t>23</a:t>
            </a:fld>
            <a:r>
              <a:rPr lang="en-US" dirty="0" smtClean="0"/>
              <a:t>/24</a:t>
            </a:r>
            <a:endParaRPr lang="en-US" dirty="0"/>
          </a:p>
        </p:txBody>
      </p:sp>
    </p:spTree>
    <p:extLst>
      <p:ext uri="{BB962C8B-B14F-4D97-AF65-F5344CB8AC3E}">
        <p14:creationId xmlns:p14="http://schemas.microsoft.com/office/powerpoint/2010/main" val="141568328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F924B7-710C-4A57-8CFD-02AED0241E6D}"/>
              </a:ext>
            </a:extLst>
          </p:cNvPr>
          <p:cNvSpPr>
            <a:spLocks noGrp="1"/>
          </p:cNvSpPr>
          <p:nvPr>
            <p:ph type="title"/>
          </p:nvPr>
        </p:nvSpPr>
        <p:spPr>
          <a:xfrm>
            <a:off x="5926157" y="2527829"/>
            <a:ext cx="5618922" cy="1542507"/>
          </a:xfrm>
        </p:spPr>
        <p:txBody>
          <a:bodyPr>
            <a:normAutofit/>
          </a:bodyPr>
          <a:lstStyle/>
          <a:p>
            <a:r>
              <a:rPr lang="en-US" sz="6600" dirty="0">
                <a:latin typeface="Arial Rounded MT Bold" panose="020F0704030504030204" pitchFamily="34" charset="0"/>
              </a:rPr>
              <a:t>Thank You</a:t>
            </a:r>
          </a:p>
        </p:txBody>
      </p:sp>
      <p:pic>
        <p:nvPicPr>
          <p:cNvPr id="6" name="Picture Placeholder 5" descr="The Northern Lights ">
            <a:extLst>
              <a:ext uri="{FF2B5EF4-FFF2-40B4-BE49-F238E27FC236}">
                <a16:creationId xmlns:a16="http://schemas.microsoft.com/office/drawing/2014/main" xmlns="" id="{331D72FC-DA58-4C81-8A6D-2766DA418FDD}"/>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0" y="0"/>
            <a:ext cx="5181600" cy="6857999"/>
          </a:xfrm>
        </p:spPr>
      </p:pic>
      <p:sp>
        <p:nvSpPr>
          <p:cNvPr id="9" name="Slide Number Placeholder 8">
            <a:extLst>
              <a:ext uri="{FF2B5EF4-FFF2-40B4-BE49-F238E27FC236}">
                <a16:creationId xmlns:a16="http://schemas.microsoft.com/office/drawing/2014/main" xmlns="" id="{D9293E6D-52CE-414C-A9A9-7A3C0CE08934}"/>
              </a:ext>
            </a:extLst>
          </p:cNvPr>
          <p:cNvSpPr>
            <a:spLocks noGrp="1"/>
          </p:cNvSpPr>
          <p:nvPr>
            <p:ph type="sldNum" sz="quarter" idx="12"/>
          </p:nvPr>
        </p:nvSpPr>
        <p:spPr>
          <a:xfrm>
            <a:off x="10960100" y="6433203"/>
            <a:ext cx="1124313" cy="367842"/>
          </a:xfrm>
        </p:spPr>
        <p:txBody>
          <a:bodyPr/>
          <a:lstStyle/>
          <a:p>
            <a:fld id="{08AB70BE-1769-45B8-85A6-0C837432C7E6}" type="slidenum">
              <a:rPr lang="en-US" smtClean="0"/>
              <a:pPr/>
              <a:t>24</a:t>
            </a:fld>
            <a:r>
              <a:rPr lang="en-US" dirty="0" smtClean="0"/>
              <a:t>/24</a:t>
            </a:r>
            <a:endParaRPr lang="en-US" dirty="0"/>
          </a:p>
        </p:txBody>
      </p:sp>
    </p:spTree>
    <p:extLst>
      <p:ext uri="{BB962C8B-B14F-4D97-AF65-F5344CB8AC3E}">
        <p14:creationId xmlns:p14="http://schemas.microsoft.com/office/powerpoint/2010/main" val="199489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ModOverlayVTI">
  <a:themeElements>
    <a:clrScheme name="Custom 50">
      <a:dk1>
        <a:sysClr val="windowText" lastClr="000000"/>
      </a:dk1>
      <a:lt1>
        <a:srgbClr val="F4F2EC"/>
      </a:lt1>
      <a:dk2>
        <a:srgbClr val="09283F"/>
      </a:dk2>
      <a:lt2>
        <a:srgbClr val="FFFFFF"/>
      </a:lt2>
      <a:accent1>
        <a:srgbClr val="3C9A8F"/>
      </a:accent1>
      <a:accent2>
        <a:srgbClr val="18818C"/>
      </a:accent2>
      <a:accent3>
        <a:srgbClr val="800A2F"/>
      </a:accent3>
      <a:accent4>
        <a:srgbClr val="F6635C"/>
      </a:accent4>
      <a:accent5>
        <a:srgbClr val="F48E7C"/>
      </a:accent5>
      <a:accent6>
        <a:srgbClr val="DA9D16"/>
      </a:accent6>
      <a:hlink>
        <a:srgbClr val="ED621D"/>
      </a:hlink>
      <a:folHlink>
        <a:srgbClr val="A18A6D"/>
      </a:folHlink>
    </a:clrScheme>
    <a:fontScheme name="Elephant Arial Nova Light">
      <a:majorFont>
        <a:latin typeface="Elephan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ModOverlayVTI" id="{85202D65-63D3-4793-A090-FA8DF18DC0BE}" vid="{91924FCD-E846-48AE-B233-F25A78D18B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EAB8BBB-9A18-4050-923B-7FC6E36DA496}">
  <ds:schemaRefs>
    <ds:schemaRef ds:uri="http://purl.org/dc/terms/"/>
    <ds:schemaRef ds:uri="http://schemas.microsoft.com/office/2006/documentManagement/types"/>
    <ds:schemaRef ds:uri="16c05727-aa75-4e4a-9b5f-8a80a1165891"/>
    <ds:schemaRef ds:uri="http://purl.org/dc/dcmitype/"/>
    <ds:schemaRef ds:uri="http://schemas.microsoft.com/office/infopath/2007/PartnerControls"/>
    <ds:schemaRef ds:uri="http://purl.org/dc/elements/1.1/"/>
    <ds:schemaRef ds:uri="http://schemas.microsoft.com/office/2006/metadata/properties"/>
    <ds:schemaRef ds:uri="http://schemas.microsoft.com/sharepoint/v3"/>
    <ds:schemaRef ds:uri="230e9df3-be65-4c73-a93b-d1236ebd677e"/>
    <ds:schemaRef ds:uri="http://schemas.openxmlformats.org/package/2006/metadata/core-properties"/>
    <ds:schemaRef ds:uri="71af3243-3dd4-4a8d-8c0d-dd76da1f02a5"/>
    <ds:schemaRef ds:uri="http://www.w3.org/XML/1998/namespace"/>
  </ds:schemaRefs>
</ds:datastoreItem>
</file>

<file path=customXml/itemProps2.xml><?xml version="1.0" encoding="utf-8"?>
<ds:datastoreItem xmlns:ds="http://schemas.openxmlformats.org/officeDocument/2006/customXml" ds:itemID="{5BD36D06-4CB7-4DF0-BC60-E9BFBDAC45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B61E4D0-D101-4A17-BA61-F29B2B6CFE7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Mod overlay design</Template>
  <TotalTime>422</TotalTime>
  <Words>1197</Words>
  <Application>Microsoft Office PowerPoint</Application>
  <PresentationFormat>Custom</PresentationFormat>
  <Paragraphs>108</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ModOverlayVTI</vt:lpstr>
      <vt:lpstr>Hostel Attendance System Based on Finger Print Authentication  </vt:lpstr>
      <vt:lpstr>Submitted By - </vt:lpstr>
      <vt:lpstr>1. Problem Statement 2. Abstract 3. Introduction 4. Literature review 5. Methodology 6. Diagrams 7. Output 8. Resource Required 9. Conclusion 10.Reference</vt:lpstr>
      <vt:lpstr>Problem Statement</vt:lpstr>
      <vt:lpstr>Abstract</vt:lpstr>
      <vt:lpstr>Introduction</vt:lpstr>
      <vt:lpstr>Literature Review</vt:lpstr>
      <vt:lpstr>PowerPoint Presentation</vt:lpstr>
      <vt:lpstr>PowerPoint Presentation</vt:lpstr>
      <vt:lpstr>Message Module</vt:lpstr>
      <vt:lpstr>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Resource Required</vt:lpstr>
      <vt:lpstr>Future Scope</vt:lpstr>
      <vt:lpstr>Conclusion</vt:lpstr>
      <vt:lpstr>Reference</vt:lpstr>
      <vt:lpstr>Ask Questions :</vt:lpstr>
      <vt:lpstr>Thank You</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Hostel Attendance System Based on Finger Print Authentication  </dc:title>
  <dc:creator>UNNATI KULKARNI</dc:creator>
  <cp:lastModifiedBy>DELL</cp:lastModifiedBy>
  <cp:revision>45</cp:revision>
  <dcterms:created xsi:type="dcterms:W3CDTF">2023-10-29T08:47:07Z</dcterms:created>
  <dcterms:modified xsi:type="dcterms:W3CDTF">2024-04-18T16:46:47Z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